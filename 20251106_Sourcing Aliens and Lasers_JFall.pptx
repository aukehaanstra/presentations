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sldIdLst>
    <p:sldId id="329" r:id="rId3"/>
    <p:sldId id="258" r:id="rId4"/>
    <p:sldId id="330" r:id="rId5"/>
    <p:sldId id="276" r:id="rId6"/>
    <p:sldId id="332" r:id="rId7"/>
    <p:sldId id="318" r:id="rId8"/>
    <p:sldId id="326" r:id="rId9"/>
    <p:sldId id="310" r:id="rId10"/>
    <p:sldId id="333" r:id="rId11"/>
    <p:sldId id="331" r:id="rId12"/>
    <p:sldId id="320" r:id="rId13"/>
    <p:sldId id="358" r:id="rId14"/>
    <p:sldId id="359" r:id="rId15"/>
    <p:sldId id="334" r:id="rId16"/>
    <p:sldId id="337" r:id="rId17"/>
    <p:sldId id="342" r:id="rId18"/>
    <p:sldId id="350" r:id="rId19"/>
    <p:sldId id="347" r:id="rId20"/>
    <p:sldId id="340" r:id="rId21"/>
    <p:sldId id="335" r:id="rId22"/>
    <p:sldId id="338" r:id="rId23"/>
    <p:sldId id="343" r:id="rId24"/>
    <p:sldId id="348" r:id="rId25"/>
    <p:sldId id="341" r:id="rId26"/>
    <p:sldId id="302" r:id="rId27"/>
    <p:sldId id="336" r:id="rId28"/>
    <p:sldId id="339" r:id="rId29"/>
    <p:sldId id="344" r:id="rId30"/>
    <p:sldId id="317" r:id="rId31"/>
    <p:sldId id="349" r:id="rId32"/>
    <p:sldId id="345" r:id="rId33"/>
    <p:sldId id="352" r:id="rId34"/>
    <p:sldId id="353" r:id="rId35"/>
    <p:sldId id="351" r:id="rId36"/>
    <p:sldId id="357" r:id="rId37"/>
    <p:sldId id="354" r:id="rId38"/>
    <p:sldId id="355" r:id="rId39"/>
    <p:sldId id="259" r:id="rId40"/>
    <p:sldId id="296" r:id="rId41"/>
    <p:sldId id="356" r:id="rId42"/>
    <p:sldId id="312" r:id="rId4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35311C-09D0-42B8-AD83-7E9A70FB163F}" v="2063" dt="2025-11-06T13:18:11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7898" autoAdjust="0"/>
  </p:normalViewPr>
  <p:slideViewPr>
    <p:cSldViewPr snapToGrid="0">
      <p:cViewPr varScale="1">
        <p:scale>
          <a:sx n="74" d="100"/>
          <a:sy n="74" d="100"/>
        </p:scale>
        <p:origin x="95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ke Haanstra" userId="7caf1331-b0e0-47bc-952f-c3a4b9646e73" providerId="ADAL" clId="{503E6DC9-367B-4B44-A731-C8E8AE4E3C19}"/>
    <pc:docChg chg="undo redo custSel addSld delSld modSld sldOrd">
      <pc:chgData name="Auke Haanstra" userId="7caf1331-b0e0-47bc-952f-c3a4b9646e73" providerId="ADAL" clId="{503E6DC9-367B-4B44-A731-C8E8AE4E3C19}" dt="2025-11-06T13:18:20.392" v="4057" actId="1076"/>
      <pc:docMkLst>
        <pc:docMk/>
      </pc:docMkLst>
      <pc:sldChg chg="del">
        <pc:chgData name="Auke Haanstra" userId="7caf1331-b0e0-47bc-952f-c3a4b9646e73" providerId="ADAL" clId="{503E6DC9-367B-4B44-A731-C8E8AE4E3C19}" dt="2025-11-05T19:14:44.317" v="1" actId="47"/>
        <pc:sldMkLst>
          <pc:docMk/>
          <pc:sldMk cId="3569259080" sldId="256"/>
        </pc:sldMkLst>
      </pc:sldChg>
      <pc:sldChg chg="addSp modSp add mod">
        <pc:chgData name="Auke Haanstra" userId="7caf1331-b0e0-47bc-952f-c3a4b9646e73" providerId="ADAL" clId="{503E6DC9-367B-4B44-A731-C8E8AE4E3C19}" dt="2025-11-06T12:25:09.917" v="3639" actId="1076"/>
        <pc:sldMkLst>
          <pc:docMk/>
          <pc:sldMk cId="707537209" sldId="258"/>
        </pc:sldMkLst>
        <pc:spChg chg="mod">
          <ac:chgData name="Auke Haanstra" userId="7caf1331-b0e0-47bc-952f-c3a4b9646e73" providerId="ADAL" clId="{503E6DC9-367B-4B44-A731-C8E8AE4E3C19}" dt="2025-11-06T12:25:09.917" v="3639" actId="1076"/>
          <ac:spMkLst>
            <pc:docMk/>
            <pc:sldMk cId="707537209" sldId="258"/>
            <ac:spMk id="9" creationId="{4D008563-3415-BC4A-8348-8F5D0F3BBF27}"/>
          </ac:spMkLst>
        </pc:spChg>
        <pc:picChg chg="add">
          <ac:chgData name="Auke Haanstra" userId="7caf1331-b0e0-47bc-952f-c3a4b9646e73" providerId="ADAL" clId="{503E6DC9-367B-4B44-A731-C8E8AE4E3C19}" dt="2025-11-05T19:37:24.836" v="518"/>
          <ac:picMkLst>
            <pc:docMk/>
            <pc:sldMk cId="707537209" sldId="258"/>
            <ac:picMk id="2" creationId="{BE29A725-A5F5-79C9-9F37-3AC15CB66316}"/>
          </ac:picMkLst>
        </pc:picChg>
      </pc:sldChg>
      <pc:sldChg chg="addSp add">
        <pc:chgData name="Auke Haanstra" userId="7caf1331-b0e0-47bc-952f-c3a4b9646e73" providerId="ADAL" clId="{503E6DC9-367B-4B44-A731-C8E8AE4E3C19}" dt="2025-11-05T21:48:15.363" v="3128"/>
        <pc:sldMkLst>
          <pc:docMk/>
          <pc:sldMk cId="345536158" sldId="259"/>
        </pc:sldMkLst>
        <pc:picChg chg="add">
          <ac:chgData name="Auke Haanstra" userId="7caf1331-b0e0-47bc-952f-c3a4b9646e73" providerId="ADAL" clId="{503E6DC9-367B-4B44-A731-C8E8AE4E3C19}" dt="2025-11-05T21:48:15.363" v="3128"/>
          <ac:picMkLst>
            <pc:docMk/>
            <pc:sldMk cId="345536158" sldId="259"/>
            <ac:picMk id="6" creationId="{29FE346B-2EFE-D01B-6762-F520FA1B860C}"/>
          </ac:picMkLst>
        </pc:picChg>
      </pc:sldChg>
      <pc:sldChg chg="addSp modSp add mod addAnim delAnim modAnim">
        <pc:chgData name="Auke Haanstra" userId="7caf1331-b0e0-47bc-952f-c3a4b9646e73" providerId="ADAL" clId="{503E6DC9-367B-4B44-A731-C8E8AE4E3C19}" dt="2025-11-06T13:06:37.887" v="3976" actId="20577"/>
        <pc:sldMkLst>
          <pc:docMk/>
          <pc:sldMk cId="1532956137" sldId="276"/>
        </pc:sldMkLst>
        <pc:spChg chg="mod">
          <ac:chgData name="Auke Haanstra" userId="7caf1331-b0e0-47bc-952f-c3a4b9646e73" providerId="ADAL" clId="{503E6DC9-367B-4B44-A731-C8E8AE4E3C19}" dt="2025-11-06T13:06:37.887" v="3976" actId="20577"/>
          <ac:spMkLst>
            <pc:docMk/>
            <pc:sldMk cId="1532956137" sldId="276"/>
            <ac:spMk id="6" creationId="{A43449A9-24B3-140F-3D28-2E4B017009B6}"/>
          </ac:spMkLst>
        </pc:spChg>
        <pc:picChg chg="add mod">
          <ac:chgData name="Auke Haanstra" userId="7caf1331-b0e0-47bc-952f-c3a4b9646e73" providerId="ADAL" clId="{503E6DC9-367B-4B44-A731-C8E8AE4E3C19}" dt="2025-11-05T19:22:04.985" v="391" actId="1076"/>
          <ac:picMkLst>
            <pc:docMk/>
            <pc:sldMk cId="1532956137" sldId="276"/>
            <ac:picMk id="2" creationId="{B7295D8F-9DE3-F081-BA8A-E615F50D9F4A}"/>
          </ac:picMkLst>
        </pc:picChg>
      </pc:sldChg>
      <pc:sldChg chg="add mod modShow">
        <pc:chgData name="Auke Haanstra" userId="7caf1331-b0e0-47bc-952f-c3a4b9646e73" providerId="ADAL" clId="{503E6DC9-367B-4B44-A731-C8E8AE4E3C19}" dt="2025-11-05T22:23:24.130" v="3418" actId="729"/>
        <pc:sldMkLst>
          <pc:docMk/>
          <pc:sldMk cId="3509037948" sldId="296"/>
        </pc:sldMkLst>
      </pc:sldChg>
      <pc:sldChg chg="modSp add del mod ord">
        <pc:chgData name="Auke Haanstra" userId="7caf1331-b0e0-47bc-952f-c3a4b9646e73" providerId="ADAL" clId="{503E6DC9-367B-4B44-A731-C8E8AE4E3C19}" dt="2025-11-05T19:50:10.977" v="1005" actId="47"/>
        <pc:sldMkLst>
          <pc:docMk/>
          <pc:sldMk cId="488770928" sldId="297"/>
        </pc:sldMkLst>
        <pc:spChg chg="mod">
          <ac:chgData name="Auke Haanstra" userId="7caf1331-b0e0-47bc-952f-c3a4b9646e73" providerId="ADAL" clId="{503E6DC9-367B-4B44-A731-C8E8AE4E3C19}" dt="2025-11-05T19:37:57.993" v="523" actId="20577"/>
          <ac:spMkLst>
            <pc:docMk/>
            <pc:sldMk cId="488770928" sldId="297"/>
            <ac:spMk id="4" creationId="{042D0450-0A95-763E-B386-7956A5FDEDCF}"/>
          </ac:spMkLst>
        </pc:spChg>
      </pc:sldChg>
      <pc:sldChg chg="modSp add mod ord">
        <pc:chgData name="Auke Haanstra" userId="7caf1331-b0e0-47bc-952f-c3a4b9646e73" providerId="ADAL" clId="{503E6DC9-367B-4B44-A731-C8E8AE4E3C19}" dt="2025-11-05T20:37:43.905" v="1998"/>
        <pc:sldMkLst>
          <pc:docMk/>
          <pc:sldMk cId="2804197349" sldId="302"/>
        </pc:sldMkLst>
        <pc:spChg chg="mod">
          <ac:chgData name="Auke Haanstra" userId="7caf1331-b0e0-47bc-952f-c3a4b9646e73" providerId="ADAL" clId="{503E6DC9-367B-4B44-A731-C8E8AE4E3C19}" dt="2025-11-05T20:37:02.412" v="1977" actId="20577"/>
          <ac:spMkLst>
            <pc:docMk/>
            <pc:sldMk cId="2804197349" sldId="302"/>
            <ac:spMk id="4" creationId="{083BCC0B-DBDF-B5FA-B918-600F5BC0D7B9}"/>
          </ac:spMkLst>
        </pc:spChg>
      </pc:sldChg>
      <pc:sldChg chg="addSp modSp add mod modAnim">
        <pc:chgData name="Auke Haanstra" userId="7caf1331-b0e0-47bc-952f-c3a4b9646e73" providerId="ADAL" clId="{503E6DC9-367B-4B44-A731-C8E8AE4E3C19}" dt="2025-11-06T12:36:00.980" v="3876" actId="113"/>
        <pc:sldMkLst>
          <pc:docMk/>
          <pc:sldMk cId="3764014727" sldId="310"/>
        </pc:sldMkLst>
        <pc:spChg chg="mod">
          <ac:chgData name="Auke Haanstra" userId="7caf1331-b0e0-47bc-952f-c3a4b9646e73" providerId="ADAL" clId="{503E6DC9-367B-4B44-A731-C8E8AE4E3C19}" dt="2025-11-05T20:06:32.034" v="1289" actId="20577"/>
          <ac:spMkLst>
            <pc:docMk/>
            <pc:sldMk cId="3764014727" sldId="310"/>
            <ac:spMk id="4" creationId="{048B297E-7A22-0820-F4B6-1F8BD4520582}"/>
          </ac:spMkLst>
        </pc:spChg>
        <pc:spChg chg="mod">
          <ac:chgData name="Auke Haanstra" userId="7caf1331-b0e0-47bc-952f-c3a4b9646e73" providerId="ADAL" clId="{503E6DC9-367B-4B44-A731-C8E8AE4E3C19}" dt="2025-11-06T12:36:00.980" v="3876" actId="113"/>
          <ac:spMkLst>
            <pc:docMk/>
            <pc:sldMk cId="3764014727" sldId="310"/>
            <ac:spMk id="6" creationId="{3C112273-909A-E57F-9A87-CD7A37537C72}"/>
          </ac:spMkLst>
        </pc:spChg>
        <pc:picChg chg="add mod">
          <ac:chgData name="Auke Haanstra" userId="7caf1331-b0e0-47bc-952f-c3a4b9646e73" providerId="ADAL" clId="{503E6DC9-367B-4B44-A731-C8E8AE4E3C19}" dt="2025-11-05T20:20:56.448" v="1703" actId="1076"/>
          <ac:picMkLst>
            <pc:docMk/>
            <pc:sldMk cId="3764014727" sldId="310"/>
            <ac:picMk id="2" creationId="{9085230C-001C-2D0E-E147-59B916A74A79}"/>
          </ac:picMkLst>
        </pc:picChg>
      </pc:sldChg>
      <pc:sldChg chg="add del">
        <pc:chgData name="Auke Haanstra" userId="7caf1331-b0e0-47bc-952f-c3a4b9646e73" providerId="ADAL" clId="{503E6DC9-367B-4B44-A731-C8E8AE4E3C19}" dt="2025-11-05T22:00:57.109" v="3355" actId="47"/>
        <pc:sldMkLst>
          <pc:docMk/>
          <pc:sldMk cId="1802645086" sldId="311"/>
        </pc:sldMkLst>
      </pc:sldChg>
      <pc:sldChg chg="add mod modShow">
        <pc:chgData name="Auke Haanstra" userId="7caf1331-b0e0-47bc-952f-c3a4b9646e73" providerId="ADAL" clId="{503E6DC9-367B-4B44-A731-C8E8AE4E3C19}" dt="2025-11-05T22:23:24.130" v="3418" actId="729"/>
        <pc:sldMkLst>
          <pc:docMk/>
          <pc:sldMk cId="3556704231" sldId="312"/>
        </pc:sldMkLst>
      </pc:sldChg>
      <pc:sldChg chg="add del">
        <pc:chgData name="Auke Haanstra" userId="7caf1331-b0e0-47bc-952f-c3a4b9646e73" providerId="ADAL" clId="{503E6DC9-367B-4B44-A731-C8E8AE4E3C19}" dt="2025-11-05T21:07:51.496" v="2241" actId="47"/>
        <pc:sldMkLst>
          <pc:docMk/>
          <pc:sldMk cId="1564492557" sldId="316"/>
        </pc:sldMkLst>
      </pc:sldChg>
      <pc:sldChg chg="modSp add ord modAnim">
        <pc:chgData name="Auke Haanstra" userId="7caf1331-b0e0-47bc-952f-c3a4b9646e73" providerId="ADAL" clId="{503E6DC9-367B-4B44-A731-C8E8AE4E3C19}" dt="2025-11-05T21:54:13.763" v="3330" actId="20577"/>
        <pc:sldMkLst>
          <pc:docMk/>
          <pc:sldMk cId="837875614" sldId="317"/>
        </pc:sldMkLst>
        <pc:spChg chg="mod">
          <ac:chgData name="Auke Haanstra" userId="7caf1331-b0e0-47bc-952f-c3a4b9646e73" providerId="ADAL" clId="{503E6DC9-367B-4B44-A731-C8E8AE4E3C19}" dt="2025-11-05T21:54:13.763" v="3330" actId="20577"/>
          <ac:spMkLst>
            <pc:docMk/>
            <pc:sldMk cId="837875614" sldId="317"/>
            <ac:spMk id="4" creationId="{D51F6A78-20CE-73C2-3A0C-D8146DEB5BD9}"/>
          </ac:spMkLst>
        </pc:spChg>
      </pc:sldChg>
      <pc:sldChg chg="add del ord">
        <pc:chgData name="Auke Haanstra" userId="7caf1331-b0e0-47bc-952f-c3a4b9646e73" providerId="ADAL" clId="{503E6DC9-367B-4B44-A731-C8E8AE4E3C19}" dt="2025-11-05T21:05:03.975" v="2235" actId="2696"/>
        <pc:sldMkLst>
          <pc:docMk/>
          <pc:sldMk cId="3078260211" sldId="317"/>
        </pc:sldMkLst>
      </pc:sldChg>
      <pc:sldChg chg="addSp modSp add mod modAnim">
        <pc:chgData name="Auke Haanstra" userId="7caf1331-b0e0-47bc-952f-c3a4b9646e73" providerId="ADAL" clId="{503E6DC9-367B-4B44-A731-C8E8AE4E3C19}" dt="2025-11-06T12:33:33.102" v="3875" actId="20577"/>
        <pc:sldMkLst>
          <pc:docMk/>
          <pc:sldMk cId="2573209800" sldId="318"/>
        </pc:sldMkLst>
        <pc:spChg chg="mod">
          <ac:chgData name="Auke Haanstra" userId="7caf1331-b0e0-47bc-952f-c3a4b9646e73" providerId="ADAL" clId="{503E6DC9-367B-4B44-A731-C8E8AE4E3C19}" dt="2025-11-05T20:06:27.531" v="1283" actId="20577"/>
          <ac:spMkLst>
            <pc:docMk/>
            <pc:sldMk cId="2573209800" sldId="318"/>
            <ac:spMk id="4" creationId="{054E1E73-1F13-1C12-03DE-804C5A67CF91}"/>
          </ac:spMkLst>
        </pc:spChg>
        <pc:spChg chg="mod">
          <ac:chgData name="Auke Haanstra" userId="7caf1331-b0e0-47bc-952f-c3a4b9646e73" providerId="ADAL" clId="{503E6DC9-367B-4B44-A731-C8E8AE4E3C19}" dt="2025-11-06T12:33:33.102" v="3875" actId="20577"/>
          <ac:spMkLst>
            <pc:docMk/>
            <pc:sldMk cId="2573209800" sldId="318"/>
            <ac:spMk id="6" creationId="{1E9EC71A-86C3-0A24-B669-2AA977A9F6D2}"/>
          </ac:spMkLst>
        </pc:spChg>
        <pc:picChg chg="add mod">
          <ac:chgData name="Auke Haanstra" userId="7caf1331-b0e0-47bc-952f-c3a4b9646e73" providerId="ADAL" clId="{503E6DC9-367B-4B44-A731-C8E8AE4E3C19}" dt="2025-11-05T19:49:59.568" v="1004" actId="1076"/>
          <ac:picMkLst>
            <pc:docMk/>
            <pc:sldMk cId="2573209800" sldId="318"/>
            <ac:picMk id="7" creationId="{5FD5DBA2-018F-5214-3A2B-B03659067B44}"/>
          </ac:picMkLst>
        </pc:picChg>
      </pc:sldChg>
      <pc:sldChg chg="addSp modSp add mod modNotesTx">
        <pc:chgData name="Auke Haanstra" userId="7caf1331-b0e0-47bc-952f-c3a4b9646e73" providerId="ADAL" clId="{503E6DC9-367B-4B44-A731-C8E8AE4E3C19}" dt="2025-11-05T20:23:21.754" v="1837" actId="20577"/>
        <pc:sldMkLst>
          <pc:docMk/>
          <pc:sldMk cId="1994399629" sldId="320"/>
        </pc:sldMkLst>
        <pc:spChg chg="add mod">
          <ac:chgData name="Auke Haanstra" userId="7caf1331-b0e0-47bc-952f-c3a4b9646e73" providerId="ADAL" clId="{503E6DC9-367B-4B44-A731-C8E8AE4E3C19}" dt="2025-11-05T20:23:21.754" v="1837" actId="20577"/>
          <ac:spMkLst>
            <pc:docMk/>
            <pc:sldMk cId="1994399629" sldId="320"/>
            <ac:spMk id="2" creationId="{EDEAC8B7-A275-1324-D97D-F251CE663D3B}"/>
          </ac:spMkLst>
        </pc:spChg>
        <pc:spChg chg="mod">
          <ac:chgData name="Auke Haanstra" userId="7caf1331-b0e0-47bc-952f-c3a4b9646e73" providerId="ADAL" clId="{503E6DC9-367B-4B44-A731-C8E8AE4E3C19}" dt="2025-11-05T20:22:36.535" v="1783" actId="1076"/>
          <ac:spMkLst>
            <pc:docMk/>
            <pc:sldMk cId="1994399629" sldId="320"/>
            <ac:spMk id="4" creationId="{085BA236-95E6-D6B0-1DA4-2DD9D11F6B28}"/>
          </ac:spMkLst>
        </pc:spChg>
        <pc:spChg chg="mod">
          <ac:chgData name="Auke Haanstra" userId="7caf1331-b0e0-47bc-952f-c3a4b9646e73" providerId="ADAL" clId="{503E6DC9-367B-4B44-A731-C8E8AE4E3C19}" dt="2025-11-05T20:23:06.065" v="1795" actId="1076"/>
          <ac:spMkLst>
            <pc:docMk/>
            <pc:sldMk cId="1994399629" sldId="320"/>
            <ac:spMk id="15" creationId="{3F6A7907-ADDD-352F-9E49-CBA5394AE7C5}"/>
          </ac:spMkLst>
        </pc:spChg>
        <pc:picChg chg="mod">
          <ac:chgData name="Auke Haanstra" userId="7caf1331-b0e0-47bc-952f-c3a4b9646e73" providerId="ADAL" clId="{503E6DC9-367B-4B44-A731-C8E8AE4E3C19}" dt="2025-11-05T20:22:59.801" v="1794" actId="14100"/>
          <ac:picMkLst>
            <pc:docMk/>
            <pc:sldMk cId="1994399629" sldId="320"/>
            <ac:picMk id="6" creationId="{819FDDED-8621-042A-3A3D-F785CE615643}"/>
          </ac:picMkLst>
        </pc:picChg>
        <pc:picChg chg="mod">
          <ac:chgData name="Auke Haanstra" userId="7caf1331-b0e0-47bc-952f-c3a4b9646e73" providerId="ADAL" clId="{503E6DC9-367B-4B44-A731-C8E8AE4E3C19}" dt="2025-11-05T20:22:34.289" v="1782" actId="14100"/>
          <ac:picMkLst>
            <pc:docMk/>
            <pc:sldMk cId="1994399629" sldId="320"/>
            <ac:picMk id="7" creationId="{3206C5D3-C2FE-1EA2-4ADD-2F452413224D}"/>
          </ac:picMkLst>
        </pc:picChg>
        <pc:picChg chg="mod">
          <ac:chgData name="Auke Haanstra" userId="7caf1331-b0e0-47bc-952f-c3a4b9646e73" providerId="ADAL" clId="{503E6DC9-367B-4B44-A731-C8E8AE4E3C19}" dt="2025-11-05T20:22:56.905" v="1793" actId="1076"/>
          <ac:picMkLst>
            <pc:docMk/>
            <pc:sldMk cId="1994399629" sldId="320"/>
            <ac:picMk id="9" creationId="{73385CEA-FE88-846F-2A61-EAD04D185A59}"/>
          </ac:picMkLst>
        </pc:picChg>
        <pc:picChg chg="mod">
          <ac:chgData name="Auke Haanstra" userId="7caf1331-b0e0-47bc-952f-c3a4b9646e73" providerId="ADAL" clId="{503E6DC9-367B-4B44-A731-C8E8AE4E3C19}" dt="2025-11-05T20:22:42.585" v="1787" actId="1076"/>
          <ac:picMkLst>
            <pc:docMk/>
            <pc:sldMk cId="1994399629" sldId="320"/>
            <ac:picMk id="12" creationId="{BA13C419-1744-AA43-5832-0FA9CE9AC242}"/>
          </ac:picMkLst>
        </pc:picChg>
        <pc:picChg chg="mod">
          <ac:chgData name="Auke Haanstra" userId="7caf1331-b0e0-47bc-952f-c3a4b9646e73" providerId="ADAL" clId="{503E6DC9-367B-4B44-A731-C8E8AE4E3C19}" dt="2025-11-05T20:22:47.692" v="1789" actId="1076"/>
          <ac:picMkLst>
            <pc:docMk/>
            <pc:sldMk cId="1994399629" sldId="320"/>
            <ac:picMk id="14" creationId="{56BDDDFE-8FC1-6818-4E41-0657C34771E3}"/>
          </ac:picMkLst>
        </pc:picChg>
      </pc:sldChg>
      <pc:sldChg chg="addSp modSp add mod modAnim">
        <pc:chgData name="Auke Haanstra" userId="7caf1331-b0e0-47bc-952f-c3a4b9646e73" providerId="ADAL" clId="{503E6DC9-367B-4B44-A731-C8E8AE4E3C19}" dt="2025-11-05T22:15:16.460" v="3417" actId="20577"/>
        <pc:sldMkLst>
          <pc:docMk/>
          <pc:sldMk cId="1293713500" sldId="326"/>
        </pc:sldMkLst>
        <pc:spChg chg="mod">
          <ac:chgData name="Auke Haanstra" userId="7caf1331-b0e0-47bc-952f-c3a4b9646e73" providerId="ADAL" clId="{503E6DC9-367B-4B44-A731-C8E8AE4E3C19}" dt="2025-11-05T22:15:16.460" v="3417" actId="20577"/>
          <ac:spMkLst>
            <pc:docMk/>
            <pc:sldMk cId="1293713500" sldId="326"/>
            <ac:spMk id="2" creationId="{E384D99A-0357-3774-A484-847F22DBBD3D}"/>
          </ac:spMkLst>
        </pc:spChg>
        <pc:spChg chg="mod">
          <ac:chgData name="Auke Haanstra" userId="7caf1331-b0e0-47bc-952f-c3a4b9646e73" providerId="ADAL" clId="{503E6DC9-367B-4B44-A731-C8E8AE4E3C19}" dt="2025-11-05T20:06:29.748" v="1286" actId="20577"/>
          <ac:spMkLst>
            <pc:docMk/>
            <pc:sldMk cId="1293713500" sldId="326"/>
            <ac:spMk id="4" creationId="{CD408BCA-6F79-F035-802E-7BA07C6E2B45}"/>
          </ac:spMkLst>
        </pc:spChg>
        <pc:picChg chg="add mod">
          <ac:chgData name="Auke Haanstra" userId="7caf1331-b0e0-47bc-952f-c3a4b9646e73" providerId="ADAL" clId="{503E6DC9-367B-4B44-A731-C8E8AE4E3C19}" dt="2025-11-05T19:30:36.108" v="456" actId="1076"/>
          <ac:picMkLst>
            <pc:docMk/>
            <pc:sldMk cId="1293713500" sldId="326"/>
            <ac:picMk id="6" creationId="{995512F1-6BEE-89F0-F028-FB1D163E5767}"/>
          </ac:picMkLst>
        </pc:picChg>
        <pc:picChg chg="add mod">
          <ac:chgData name="Auke Haanstra" userId="7caf1331-b0e0-47bc-952f-c3a4b9646e73" providerId="ADAL" clId="{503E6DC9-367B-4B44-A731-C8E8AE4E3C19}" dt="2025-11-05T19:30:43.931" v="457"/>
          <ac:picMkLst>
            <pc:docMk/>
            <pc:sldMk cId="1293713500" sldId="326"/>
            <ac:picMk id="7" creationId="{E6E6CCD1-CAAD-A2E5-9592-2E02C0E4EAD9}"/>
          </ac:picMkLst>
        </pc:picChg>
      </pc:sldChg>
      <pc:sldChg chg="add del">
        <pc:chgData name="Auke Haanstra" userId="7caf1331-b0e0-47bc-952f-c3a4b9646e73" providerId="ADAL" clId="{503E6DC9-367B-4B44-A731-C8E8AE4E3C19}" dt="2025-11-05T21:07:53.390" v="2242" actId="47"/>
        <pc:sldMkLst>
          <pc:docMk/>
          <pc:sldMk cId="1273262459" sldId="327"/>
        </pc:sldMkLst>
      </pc:sldChg>
      <pc:sldChg chg="add">
        <pc:chgData name="Auke Haanstra" userId="7caf1331-b0e0-47bc-952f-c3a4b9646e73" providerId="ADAL" clId="{503E6DC9-367B-4B44-A731-C8E8AE4E3C19}" dt="2025-11-05T19:14:42.180" v="0"/>
        <pc:sldMkLst>
          <pc:docMk/>
          <pc:sldMk cId="3804552819" sldId="329"/>
        </pc:sldMkLst>
      </pc:sldChg>
      <pc:sldChg chg="addSp modSp add mod">
        <pc:chgData name="Auke Haanstra" userId="7caf1331-b0e0-47bc-952f-c3a4b9646e73" providerId="ADAL" clId="{503E6DC9-367B-4B44-A731-C8E8AE4E3C19}" dt="2025-11-05T22:13:10.994" v="3401" actId="20577"/>
        <pc:sldMkLst>
          <pc:docMk/>
          <pc:sldMk cId="3200038085" sldId="330"/>
        </pc:sldMkLst>
        <pc:spChg chg="mod">
          <ac:chgData name="Auke Haanstra" userId="7caf1331-b0e0-47bc-952f-c3a4b9646e73" providerId="ADAL" clId="{503E6DC9-367B-4B44-A731-C8E8AE4E3C19}" dt="2025-11-05T22:13:10.994" v="3401" actId="20577"/>
          <ac:spMkLst>
            <pc:docMk/>
            <pc:sldMk cId="3200038085" sldId="330"/>
            <ac:spMk id="6" creationId="{BC6EC988-AC84-1578-71E6-FDBE776335D1}"/>
          </ac:spMkLst>
        </pc:spChg>
        <pc:spChg chg="mod">
          <ac:chgData name="Auke Haanstra" userId="7caf1331-b0e0-47bc-952f-c3a4b9646e73" providerId="ADAL" clId="{503E6DC9-367B-4B44-A731-C8E8AE4E3C19}" dt="2025-11-05T22:12:57.176" v="3395" actId="14100"/>
          <ac:spMkLst>
            <pc:docMk/>
            <pc:sldMk cId="3200038085" sldId="330"/>
            <ac:spMk id="11" creationId="{78DC2E32-BA54-8D49-B2D9-DF9F5CC98C75}"/>
          </ac:spMkLst>
        </pc:spChg>
        <pc:picChg chg="add">
          <ac:chgData name="Auke Haanstra" userId="7caf1331-b0e0-47bc-952f-c3a4b9646e73" providerId="ADAL" clId="{503E6DC9-367B-4B44-A731-C8E8AE4E3C19}" dt="2025-11-05T19:37:19.426" v="517"/>
          <ac:picMkLst>
            <pc:docMk/>
            <pc:sldMk cId="3200038085" sldId="330"/>
            <ac:picMk id="2" creationId="{CFFE80DE-364D-C9F9-5004-B8F7AD072CA6}"/>
          </ac:picMkLst>
        </pc:picChg>
        <pc:picChg chg="mod">
          <ac:chgData name="Auke Haanstra" userId="7caf1331-b0e0-47bc-952f-c3a4b9646e73" providerId="ADAL" clId="{503E6DC9-367B-4B44-A731-C8E8AE4E3C19}" dt="2025-11-05T22:12:40.240" v="3393" actId="1076"/>
          <ac:picMkLst>
            <pc:docMk/>
            <pc:sldMk cId="3200038085" sldId="330"/>
            <ac:picMk id="7" creationId="{7C79BEC8-94DE-706A-68B0-35D7336F3121}"/>
          </ac:picMkLst>
        </pc:picChg>
        <pc:picChg chg="mod">
          <ac:chgData name="Auke Haanstra" userId="7caf1331-b0e0-47bc-952f-c3a4b9646e73" providerId="ADAL" clId="{503E6DC9-367B-4B44-A731-C8E8AE4E3C19}" dt="2025-11-05T22:12:44.184" v="3394" actId="1076"/>
          <ac:picMkLst>
            <pc:docMk/>
            <pc:sldMk cId="3200038085" sldId="330"/>
            <ac:picMk id="8" creationId="{72FAD2EB-61C5-7EF5-AB4B-2D42E7822637}"/>
          </ac:picMkLst>
        </pc:picChg>
      </pc:sldChg>
      <pc:sldChg chg="new del">
        <pc:chgData name="Auke Haanstra" userId="7caf1331-b0e0-47bc-952f-c3a4b9646e73" providerId="ADAL" clId="{503E6DC9-367B-4B44-A731-C8E8AE4E3C19}" dt="2025-11-05T19:22:30.481" v="393" actId="47"/>
        <pc:sldMkLst>
          <pc:docMk/>
          <pc:sldMk cId="43274877" sldId="331"/>
        </pc:sldMkLst>
      </pc:sldChg>
      <pc:sldChg chg="add del">
        <pc:chgData name="Auke Haanstra" userId="7caf1331-b0e0-47bc-952f-c3a4b9646e73" providerId="ADAL" clId="{503E6DC9-367B-4B44-A731-C8E8AE4E3C19}" dt="2025-11-05T19:38:11.674" v="525"/>
        <pc:sldMkLst>
          <pc:docMk/>
          <pc:sldMk cId="3337978867" sldId="331"/>
        </pc:sldMkLst>
      </pc:sldChg>
      <pc:sldChg chg="addSp delSp modSp add mod delAnim modAnim modNotesTx">
        <pc:chgData name="Auke Haanstra" userId="7caf1331-b0e0-47bc-952f-c3a4b9646e73" providerId="ADAL" clId="{503E6DC9-367B-4B44-A731-C8E8AE4E3C19}" dt="2025-11-06T12:41:43.770" v="3936" actId="5793"/>
        <pc:sldMkLst>
          <pc:docMk/>
          <pc:sldMk cId="3423970412" sldId="331"/>
        </pc:sldMkLst>
        <pc:spChg chg="add mod">
          <ac:chgData name="Auke Haanstra" userId="7caf1331-b0e0-47bc-952f-c3a4b9646e73" providerId="ADAL" clId="{503E6DC9-367B-4B44-A731-C8E8AE4E3C19}" dt="2025-11-06T12:40:12.584" v="3897" actId="1076"/>
          <ac:spMkLst>
            <pc:docMk/>
            <pc:sldMk cId="3423970412" sldId="331"/>
            <ac:spMk id="2" creationId="{EB4D9831-CC2C-29F1-7321-AE203D59B532}"/>
          </ac:spMkLst>
        </pc:spChg>
        <pc:spChg chg="mod">
          <ac:chgData name="Auke Haanstra" userId="7caf1331-b0e0-47bc-952f-c3a4b9646e73" providerId="ADAL" clId="{503E6DC9-367B-4B44-A731-C8E8AE4E3C19}" dt="2025-11-05T20:11:07.784" v="1365" actId="20577"/>
          <ac:spMkLst>
            <pc:docMk/>
            <pc:sldMk cId="3423970412" sldId="331"/>
            <ac:spMk id="4" creationId="{054E1E73-1F13-1C12-03DE-804C5A67CF91}"/>
          </ac:spMkLst>
        </pc:spChg>
        <pc:spChg chg="del mod">
          <ac:chgData name="Auke Haanstra" userId="7caf1331-b0e0-47bc-952f-c3a4b9646e73" providerId="ADAL" clId="{503E6DC9-367B-4B44-A731-C8E8AE4E3C19}" dt="2025-11-05T19:59:35.158" v="1068" actId="478"/>
          <ac:spMkLst>
            <pc:docMk/>
            <pc:sldMk cId="3423970412" sldId="331"/>
            <ac:spMk id="6" creationId="{1E9EC71A-86C3-0A24-B669-2AA977A9F6D2}"/>
          </ac:spMkLst>
        </pc:spChg>
        <pc:spChg chg="add mod">
          <ac:chgData name="Auke Haanstra" userId="7caf1331-b0e0-47bc-952f-c3a4b9646e73" providerId="ADAL" clId="{503E6DC9-367B-4B44-A731-C8E8AE4E3C19}" dt="2025-11-06T12:41:05.103" v="3908" actId="1076"/>
          <ac:spMkLst>
            <pc:docMk/>
            <pc:sldMk cId="3423970412" sldId="331"/>
            <ac:spMk id="6" creationId="{C0584375-73FE-D29B-C921-5BDD6896CB19}"/>
          </ac:spMkLst>
        </pc:spChg>
        <pc:spChg chg="add mod">
          <ac:chgData name="Auke Haanstra" userId="7caf1331-b0e0-47bc-952f-c3a4b9646e73" providerId="ADAL" clId="{503E6DC9-367B-4B44-A731-C8E8AE4E3C19}" dt="2025-11-06T12:41:43.770" v="3936" actId="5793"/>
          <ac:spMkLst>
            <pc:docMk/>
            <pc:sldMk cId="3423970412" sldId="331"/>
            <ac:spMk id="9" creationId="{32687829-373F-CA73-22F9-E6AB0C3166D1}"/>
          </ac:spMkLst>
        </pc:spChg>
        <pc:picChg chg="mod">
          <ac:chgData name="Auke Haanstra" userId="7caf1331-b0e0-47bc-952f-c3a4b9646e73" providerId="ADAL" clId="{503E6DC9-367B-4B44-A731-C8E8AE4E3C19}" dt="2025-11-06T12:41:10.426" v="3911" actId="1076"/>
          <ac:picMkLst>
            <pc:docMk/>
            <pc:sldMk cId="3423970412" sldId="331"/>
            <ac:picMk id="3" creationId="{BCF705AA-0C29-508A-975E-6E2425AB92B4}"/>
          </ac:picMkLst>
        </pc:picChg>
        <pc:picChg chg="add del">
          <ac:chgData name="Auke Haanstra" userId="7caf1331-b0e0-47bc-952f-c3a4b9646e73" providerId="ADAL" clId="{503E6DC9-367B-4B44-A731-C8E8AE4E3C19}" dt="2025-11-05T20:58:28.744" v="2185" actId="478"/>
          <ac:picMkLst>
            <pc:docMk/>
            <pc:sldMk cId="3423970412" sldId="331"/>
            <ac:picMk id="6" creationId="{9A127FE2-7199-A7B7-990D-29206467B3FB}"/>
          </ac:picMkLst>
        </pc:picChg>
        <pc:picChg chg="add mod">
          <ac:chgData name="Auke Haanstra" userId="7caf1331-b0e0-47bc-952f-c3a4b9646e73" providerId="ADAL" clId="{503E6DC9-367B-4B44-A731-C8E8AE4E3C19}" dt="2025-11-05T20:15:17.940" v="1373" actId="1076"/>
          <ac:picMkLst>
            <pc:docMk/>
            <pc:sldMk cId="3423970412" sldId="331"/>
            <ac:picMk id="7" creationId="{04D2C89C-E699-B5A9-BF25-4B413E34B793}"/>
          </ac:picMkLst>
        </pc:picChg>
        <pc:picChg chg="add mod modCrop">
          <ac:chgData name="Auke Haanstra" userId="7caf1331-b0e0-47bc-952f-c3a4b9646e73" providerId="ADAL" clId="{503E6DC9-367B-4B44-A731-C8E8AE4E3C19}" dt="2025-11-05T20:59:30.005" v="2194" actId="1076"/>
          <ac:picMkLst>
            <pc:docMk/>
            <pc:sldMk cId="3423970412" sldId="331"/>
            <ac:picMk id="8" creationId="{EBDEDD5C-C97A-713F-9A10-8605C7CD7511}"/>
          </ac:picMkLst>
        </pc:picChg>
        <pc:picChg chg="add mod">
          <ac:chgData name="Auke Haanstra" userId="7caf1331-b0e0-47bc-952f-c3a4b9646e73" providerId="ADAL" clId="{503E6DC9-367B-4B44-A731-C8E8AE4E3C19}" dt="2025-11-05T20:59:45.245" v="2197" actId="1076"/>
          <ac:picMkLst>
            <pc:docMk/>
            <pc:sldMk cId="3423970412" sldId="331"/>
            <ac:picMk id="10" creationId="{27734659-C786-0056-DD9C-54D79C190A4A}"/>
          </ac:picMkLst>
        </pc:picChg>
        <pc:picChg chg="add mod">
          <ac:chgData name="Auke Haanstra" userId="7caf1331-b0e0-47bc-952f-c3a4b9646e73" providerId="ADAL" clId="{503E6DC9-367B-4B44-A731-C8E8AE4E3C19}" dt="2025-11-05T20:59:39.431" v="2196" actId="1076"/>
          <ac:picMkLst>
            <pc:docMk/>
            <pc:sldMk cId="3423970412" sldId="331"/>
            <ac:picMk id="12" creationId="{ECAF22AB-0A9B-55D2-F6F3-335DFEE8F984}"/>
          </ac:picMkLst>
        </pc:picChg>
        <pc:picChg chg="add del mod">
          <ac:chgData name="Auke Haanstra" userId="7caf1331-b0e0-47bc-952f-c3a4b9646e73" providerId="ADAL" clId="{503E6DC9-367B-4B44-A731-C8E8AE4E3C19}" dt="2025-11-05T20:58:52.973" v="2187" actId="478"/>
          <ac:picMkLst>
            <pc:docMk/>
            <pc:sldMk cId="3423970412" sldId="331"/>
            <ac:picMk id="13" creationId="{4175E198-77F8-51B0-C5A0-7D4CE9CE43FC}"/>
          </ac:picMkLst>
        </pc:picChg>
      </pc:sldChg>
      <pc:sldChg chg="add">
        <pc:chgData name="Auke Haanstra" userId="7caf1331-b0e0-47bc-952f-c3a4b9646e73" providerId="ADAL" clId="{503E6DC9-367B-4B44-A731-C8E8AE4E3C19}" dt="2025-11-05T20:08:27.802" v="1290"/>
        <pc:sldMkLst>
          <pc:docMk/>
          <pc:sldMk cId="3810914106" sldId="332"/>
        </pc:sldMkLst>
      </pc:sldChg>
      <pc:sldChg chg="modSp add mod">
        <pc:chgData name="Auke Haanstra" userId="7caf1331-b0e0-47bc-952f-c3a4b9646e73" providerId="ADAL" clId="{503E6DC9-367B-4B44-A731-C8E8AE4E3C19}" dt="2025-11-05T20:09:10.796" v="1310" actId="20577"/>
        <pc:sldMkLst>
          <pc:docMk/>
          <pc:sldMk cId="938230082" sldId="333"/>
        </pc:sldMkLst>
        <pc:spChg chg="mod">
          <ac:chgData name="Auke Haanstra" userId="7caf1331-b0e0-47bc-952f-c3a4b9646e73" providerId="ADAL" clId="{503E6DC9-367B-4B44-A731-C8E8AE4E3C19}" dt="2025-11-05T20:09:10.796" v="1310" actId="20577"/>
          <ac:spMkLst>
            <pc:docMk/>
            <pc:sldMk cId="938230082" sldId="333"/>
            <ac:spMk id="9" creationId="{5420C413-8E66-B750-52F1-C16D19EB9E3A}"/>
          </ac:spMkLst>
        </pc:spChg>
      </pc:sldChg>
      <pc:sldChg chg="modSp add mod">
        <pc:chgData name="Auke Haanstra" userId="7caf1331-b0e0-47bc-952f-c3a4b9646e73" providerId="ADAL" clId="{503E6DC9-367B-4B44-A731-C8E8AE4E3C19}" dt="2025-11-06T13:06:24.379" v="3970" actId="20577"/>
        <pc:sldMkLst>
          <pc:docMk/>
          <pc:sldMk cId="807070554" sldId="334"/>
        </pc:sldMkLst>
        <pc:spChg chg="mod">
          <ac:chgData name="Auke Haanstra" userId="7caf1331-b0e0-47bc-952f-c3a4b9646e73" providerId="ADAL" clId="{503E6DC9-367B-4B44-A731-C8E8AE4E3C19}" dt="2025-11-06T13:06:24.379" v="3970" actId="20577"/>
          <ac:spMkLst>
            <pc:docMk/>
            <pc:sldMk cId="807070554" sldId="334"/>
            <ac:spMk id="9" creationId="{358F7D35-C33A-D017-FA8A-DE70250B0BA5}"/>
          </ac:spMkLst>
        </pc:spChg>
      </pc:sldChg>
      <pc:sldChg chg="modSp add mod">
        <pc:chgData name="Auke Haanstra" userId="7caf1331-b0e0-47bc-952f-c3a4b9646e73" providerId="ADAL" clId="{503E6DC9-367B-4B44-A731-C8E8AE4E3C19}" dt="2025-11-06T13:03:38.188" v="3954" actId="20577"/>
        <pc:sldMkLst>
          <pc:docMk/>
          <pc:sldMk cId="2692576972" sldId="335"/>
        </pc:sldMkLst>
        <pc:spChg chg="mod">
          <ac:chgData name="Auke Haanstra" userId="7caf1331-b0e0-47bc-952f-c3a4b9646e73" providerId="ADAL" clId="{503E6DC9-367B-4B44-A731-C8E8AE4E3C19}" dt="2025-11-06T13:03:38.188" v="3954" actId="20577"/>
          <ac:spMkLst>
            <pc:docMk/>
            <pc:sldMk cId="2692576972" sldId="335"/>
            <ac:spMk id="9" creationId="{06F94127-38C8-AEF0-4787-B02972920585}"/>
          </ac:spMkLst>
        </pc:spChg>
      </pc:sldChg>
      <pc:sldChg chg="modSp add mod">
        <pc:chgData name="Auke Haanstra" userId="7caf1331-b0e0-47bc-952f-c3a4b9646e73" providerId="ADAL" clId="{503E6DC9-367B-4B44-A731-C8E8AE4E3C19}" dt="2025-11-06T13:03:55.445" v="3960" actId="20577"/>
        <pc:sldMkLst>
          <pc:docMk/>
          <pc:sldMk cId="3218636063" sldId="336"/>
        </pc:sldMkLst>
        <pc:spChg chg="mod">
          <ac:chgData name="Auke Haanstra" userId="7caf1331-b0e0-47bc-952f-c3a4b9646e73" providerId="ADAL" clId="{503E6DC9-367B-4B44-A731-C8E8AE4E3C19}" dt="2025-11-06T13:03:55.445" v="3960" actId="20577"/>
          <ac:spMkLst>
            <pc:docMk/>
            <pc:sldMk cId="3218636063" sldId="336"/>
            <ac:spMk id="9" creationId="{C6BA40BB-BDDB-EA8B-5421-1478ECEADC04}"/>
          </ac:spMkLst>
        </pc:spChg>
      </pc:sldChg>
      <pc:sldChg chg="addSp delSp modSp add mod delAnim">
        <pc:chgData name="Auke Haanstra" userId="7caf1331-b0e0-47bc-952f-c3a4b9646e73" providerId="ADAL" clId="{503E6DC9-367B-4B44-A731-C8E8AE4E3C19}" dt="2025-11-05T20:37:21.958" v="1994" actId="21"/>
        <pc:sldMkLst>
          <pc:docMk/>
          <pc:sldMk cId="3891596800" sldId="337"/>
        </pc:sldMkLst>
        <pc:spChg chg="mod">
          <ac:chgData name="Auke Haanstra" userId="7caf1331-b0e0-47bc-952f-c3a4b9646e73" providerId="ADAL" clId="{503E6DC9-367B-4B44-A731-C8E8AE4E3C19}" dt="2025-11-05T20:29:23.877" v="1925" actId="20577"/>
          <ac:spMkLst>
            <pc:docMk/>
            <pc:sldMk cId="3891596800" sldId="337"/>
            <ac:spMk id="4" creationId="{054E1E73-1F13-1C12-03DE-804C5A67CF91}"/>
          </ac:spMkLst>
        </pc:spChg>
        <pc:spChg chg="del">
          <ac:chgData name="Auke Haanstra" userId="7caf1331-b0e0-47bc-952f-c3a4b9646e73" providerId="ADAL" clId="{503E6DC9-367B-4B44-A731-C8E8AE4E3C19}" dt="2025-11-05T20:29:28.267" v="1926" actId="478"/>
          <ac:spMkLst>
            <pc:docMk/>
            <pc:sldMk cId="3891596800" sldId="337"/>
            <ac:spMk id="6" creationId="{1E9EC71A-86C3-0A24-B669-2AA977A9F6D2}"/>
          </ac:spMkLst>
        </pc:spChg>
        <pc:picChg chg="add mod modCrop">
          <ac:chgData name="Auke Haanstra" userId="7caf1331-b0e0-47bc-952f-c3a4b9646e73" providerId="ADAL" clId="{503E6DC9-367B-4B44-A731-C8E8AE4E3C19}" dt="2025-11-05T20:30:51.163" v="1943" actId="1076"/>
          <ac:picMkLst>
            <pc:docMk/>
            <pc:sldMk cId="3891596800" sldId="337"/>
            <ac:picMk id="2" creationId="{CB738913-8E48-9E5C-FDE2-FE3EAD2F9F94}"/>
          </ac:picMkLst>
        </pc:picChg>
        <pc:picChg chg="add del mod">
          <ac:chgData name="Auke Haanstra" userId="7caf1331-b0e0-47bc-952f-c3a4b9646e73" providerId="ADAL" clId="{503E6DC9-367B-4B44-A731-C8E8AE4E3C19}" dt="2025-11-05T20:37:21.958" v="1994" actId="21"/>
          <ac:picMkLst>
            <pc:docMk/>
            <pc:sldMk cId="3891596800" sldId="337"/>
            <ac:picMk id="8" creationId="{1241FD3B-4553-2702-39A8-8C05F6951CD9}"/>
          </ac:picMkLst>
        </pc:picChg>
      </pc:sldChg>
      <pc:sldChg chg="modSp add mod">
        <pc:chgData name="Auke Haanstra" userId="7caf1331-b0e0-47bc-952f-c3a4b9646e73" providerId="ADAL" clId="{503E6DC9-367B-4B44-A731-C8E8AE4E3C19}" dt="2025-11-05T20:30:45.483" v="1942" actId="1076"/>
        <pc:sldMkLst>
          <pc:docMk/>
          <pc:sldMk cId="981487058" sldId="338"/>
        </pc:sldMkLst>
        <pc:spChg chg="mod">
          <ac:chgData name="Auke Haanstra" userId="7caf1331-b0e0-47bc-952f-c3a4b9646e73" providerId="ADAL" clId="{503E6DC9-367B-4B44-A731-C8E8AE4E3C19}" dt="2025-11-05T20:30:42.149" v="1941" actId="20577"/>
          <ac:spMkLst>
            <pc:docMk/>
            <pc:sldMk cId="981487058" sldId="338"/>
            <ac:spMk id="4" creationId="{1B6EB157-F299-8958-A1BA-1E9EED0C8E81}"/>
          </ac:spMkLst>
        </pc:spChg>
        <pc:picChg chg="mod modCrop">
          <ac:chgData name="Auke Haanstra" userId="7caf1331-b0e0-47bc-952f-c3a4b9646e73" providerId="ADAL" clId="{503E6DC9-367B-4B44-A731-C8E8AE4E3C19}" dt="2025-11-05T20:30:45.483" v="1942" actId="1076"/>
          <ac:picMkLst>
            <pc:docMk/>
            <pc:sldMk cId="981487058" sldId="338"/>
            <ac:picMk id="2" creationId="{89F7051F-8E9D-508A-F954-709CEECBF69E}"/>
          </ac:picMkLst>
        </pc:picChg>
      </pc:sldChg>
      <pc:sldChg chg="modSp add mod">
        <pc:chgData name="Auke Haanstra" userId="7caf1331-b0e0-47bc-952f-c3a4b9646e73" providerId="ADAL" clId="{503E6DC9-367B-4B44-A731-C8E8AE4E3C19}" dt="2025-11-05T20:31:24.941" v="1957" actId="1076"/>
        <pc:sldMkLst>
          <pc:docMk/>
          <pc:sldMk cId="4157486031" sldId="339"/>
        </pc:sldMkLst>
        <pc:spChg chg="mod">
          <ac:chgData name="Auke Haanstra" userId="7caf1331-b0e0-47bc-952f-c3a4b9646e73" providerId="ADAL" clId="{503E6DC9-367B-4B44-A731-C8E8AE4E3C19}" dt="2025-11-05T20:31:04.413" v="1954" actId="20577"/>
          <ac:spMkLst>
            <pc:docMk/>
            <pc:sldMk cId="4157486031" sldId="339"/>
            <ac:spMk id="4" creationId="{9B39DA51-342B-5BCF-60C3-36D9491A1274}"/>
          </ac:spMkLst>
        </pc:spChg>
        <pc:picChg chg="mod modCrop">
          <ac:chgData name="Auke Haanstra" userId="7caf1331-b0e0-47bc-952f-c3a4b9646e73" providerId="ADAL" clId="{503E6DC9-367B-4B44-A731-C8E8AE4E3C19}" dt="2025-11-05T20:31:24.941" v="1957" actId="1076"/>
          <ac:picMkLst>
            <pc:docMk/>
            <pc:sldMk cId="4157486031" sldId="339"/>
            <ac:picMk id="2" creationId="{CB83B9E0-7C15-7BAF-35B8-D8C68212D423}"/>
          </ac:picMkLst>
        </pc:picChg>
      </pc:sldChg>
      <pc:sldChg chg="addSp delSp modSp add mod delAnim">
        <pc:chgData name="Auke Haanstra" userId="7caf1331-b0e0-47bc-952f-c3a4b9646e73" providerId="ADAL" clId="{503E6DC9-367B-4B44-A731-C8E8AE4E3C19}" dt="2025-11-06T13:18:20.392" v="4057" actId="1076"/>
        <pc:sldMkLst>
          <pc:docMk/>
          <pc:sldMk cId="2606724116" sldId="340"/>
        </pc:sldMkLst>
        <pc:spChg chg="mod">
          <ac:chgData name="Auke Haanstra" userId="7caf1331-b0e0-47bc-952f-c3a4b9646e73" providerId="ADAL" clId="{503E6DC9-367B-4B44-A731-C8E8AE4E3C19}" dt="2025-11-05T20:37:18.285" v="1992" actId="20577"/>
          <ac:spMkLst>
            <pc:docMk/>
            <pc:sldMk cId="2606724116" sldId="340"/>
            <ac:spMk id="4" creationId="{054E1E73-1F13-1C12-03DE-804C5A67CF91}"/>
          </ac:spMkLst>
        </pc:spChg>
        <pc:spChg chg="del">
          <ac:chgData name="Auke Haanstra" userId="7caf1331-b0e0-47bc-952f-c3a4b9646e73" providerId="ADAL" clId="{503E6DC9-367B-4B44-A731-C8E8AE4E3C19}" dt="2025-11-05T20:37:20.308" v="1993" actId="478"/>
          <ac:spMkLst>
            <pc:docMk/>
            <pc:sldMk cId="2606724116" sldId="340"/>
            <ac:spMk id="6" creationId="{1E9EC71A-86C3-0A24-B669-2AA977A9F6D2}"/>
          </ac:spMkLst>
        </pc:spChg>
        <pc:picChg chg="add del mod">
          <ac:chgData name="Auke Haanstra" userId="7caf1331-b0e0-47bc-952f-c3a4b9646e73" providerId="ADAL" clId="{503E6DC9-367B-4B44-A731-C8E8AE4E3C19}" dt="2025-11-06T13:18:10.594" v="4052" actId="478"/>
          <ac:picMkLst>
            <pc:docMk/>
            <pc:sldMk cId="2606724116" sldId="340"/>
            <ac:picMk id="6" creationId="{F7DD52AE-4639-6963-D948-7F4FF6C1BFBB}"/>
          </ac:picMkLst>
        </pc:picChg>
        <pc:picChg chg="add del mod">
          <ac:chgData name="Auke Haanstra" userId="7caf1331-b0e0-47bc-952f-c3a4b9646e73" providerId="ADAL" clId="{503E6DC9-367B-4B44-A731-C8E8AE4E3C19}" dt="2025-11-06T13:16:33.539" v="4045" actId="478"/>
          <ac:picMkLst>
            <pc:docMk/>
            <pc:sldMk cId="2606724116" sldId="340"/>
            <ac:picMk id="8" creationId="{1241FD3B-4553-2702-39A8-8C05F6951CD9}"/>
          </ac:picMkLst>
        </pc:picChg>
        <pc:picChg chg="add mod">
          <ac:chgData name="Auke Haanstra" userId="7caf1331-b0e0-47bc-952f-c3a4b9646e73" providerId="ADAL" clId="{503E6DC9-367B-4B44-A731-C8E8AE4E3C19}" dt="2025-11-06T13:18:20.392" v="4057" actId="1076"/>
          <ac:picMkLst>
            <pc:docMk/>
            <pc:sldMk cId="2606724116" sldId="340"/>
            <ac:picMk id="9" creationId="{2BBE7C7B-BF16-89AF-30C1-E7C72DF2E381}"/>
          </ac:picMkLst>
        </pc:picChg>
      </pc:sldChg>
      <pc:sldChg chg="addSp delSp modSp add mod">
        <pc:chgData name="Auke Haanstra" userId="7caf1331-b0e0-47bc-952f-c3a4b9646e73" providerId="ADAL" clId="{503E6DC9-367B-4B44-A731-C8E8AE4E3C19}" dt="2025-11-05T20:39:18.574" v="2022" actId="1076"/>
        <pc:sldMkLst>
          <pc:docMk/>
          <pc:sldMk cId="461301423" sldId="341"/>
        </pc:sldMkLst>
        <pc:spChg chg="mod">
          <ac:chgData name="Auke Haanstra" userId="7caf1331-b0e0-47bc-952f-c3a4b9646e73" providerId="ADAL" clId="{503E6DC9-367B-4B44-A731-C8E8AE4E3C19}" dt="2025-11-05T20:37:51.794" v="2002" actId="20577"/>
          <ac:spMkLst>
            <pc:docMk/>
            <pc:sldMk cId="461301423" sldId="341"/>
            <ac:spMk id="4" creationId="{CEBAEA9E-AE92-3536-990F-7975D65FF861}"/>
          </ac:spMkLst>
        </pc:spChg>
        <pc:picChg chg="add mod">
          <ac:chgData name="Auke Haanstra" userId="7caf1331-b0e0-47bc-952f-c3a4b9646e73" providerId="ADAL" clId="{503E6DC9-367B-4B44-A731-C8E8AE4E3C19}" dt="2025-11-05T20:39:08.849" v="2008"/>
          <ac:picMkLst>
            <pc:docMk/>
            <pc:sldMk cId="461301423" sldId="341"/>
            <ac:picMk id="6" creationId="{6DEDD2F4-ED4A-1E5B-FF68-9903755931CC}"/>
          </ac:picMkLst>
        </pc:picChg>
        <pc:picChg chg="del">
          <ac:chgData name="Auke Haanstra" userId="7caf1331-b0e0-47bc-952f-c3a4b9646e73" providerId="ADAL" clId="{503E6DC9-367B-4B44-A731-C8E8AE4E3C19}" dt="2025-11-05T20:39:07.009" v="2003" actId="478"/>
          <ac:picMkLst>
            <pc:docMk/>
            <pc:sldMk cId="461301423" sldId="341"/>
            <ac:picMk id="8" creationId="{37A6F1BE-F4B3-C48D-CC1F-7C39E258759C}"/>
          </ac:picMkLst>
        </pc:picChg>
        <pc:picChg chg="add mod">
          <ac:chgData name="Auke Haanstra" userId="7caf1331-b0e0-47bc-952f-c3a4b9646e73" providerId="ADAL" clId="{503E6DC9-367B-4B44-A731-C8E8AE4E3C19}" dt="2025-11-05T20:39:11.722" v="2013"/>
          <ac:picMkLst>
            <pc:docMk/>
            <pc:sldMk cId="461301423" sldId="341"/>
            <ac:picMk id="9" creationId="{3FA544E9-278A-1EC1-2E88-778E4A30F857}"/>
          </ac:picMkLst>
        </pc:picChg>
        <pc:picChg chg="add mod">
          <ac:chgData name="Auke Haanstra" userId="7caf1331-b0e0-47bc-952f-c3a4b9646e73" providerId="ADAL" clId="{503E6DC9-367B-4B44-A731-C8E8AE4E3C19}" dt="2025-11-05T20:39:13.499" v="2018"/>
          <ac:picMkLst>
            <pc:docMk/>
            <pc:sldMk cId="461301423" sldId="341"/>
            <ac:picMk id="12" creationId="{8A4FAFCF-70F9-93AB-9F6C-7DB2709D89D1}"/>
          </ac:picMkLst>
        </pc:picChg>
        <pc:picChg chg="add mod">
          <ac:chgData name="Auke Haanstra" userId="7caf1331-b0e0-47bc-952f-c3a4b9646e73" providerId="ADAL" clId="{503E6DC9-367B-4B44-A731-C8E8AE4E3C19}" dt="2025-11-05T20:39:18.574" v="2022" actId="1076"/>
          <ac:picMkLst>
            <pc:docMk/>
            <pc:sldMk cId="461301423" sldId="341"/>
            <ac:picMk id="14" creationId="{383C277C-C149-3A85-C849-42D0C7FC2F5E}"/>
          </ac:picMkLst>
        </pc:picChg>
      </pc:sldChg>
      <pc:sldChg chg="addSp delSp modSp add mod ord">
        <pc:chgData name="Auke Haanstra" userId="7caf1331-b0e0-47bc-952f-c3a4b9646e73" providerId="ADAL" clId="{503E6DC9-367B-4B44-A731-C8E8AE4E3C19}" dt="2025-11-05T20:46:12.343" v="2087" actId="20577"/>
        <pc:sldMkLst>
          <pc:docMk/>
          <pc:sldMk cId="440576453" sldId="342"/>
        </pc:sldMkLst>
        <pc:spChg chg="mod">
          <ac:chgData name="Auke Haanstra" userId="7caf1331-b0e0-47bc-952f-c3a4b9646e73" providerId="ADAL" clId="{503E6DC9-367B-4B44-A731-C8E8AE4E3C19}" dt="2025-11-05T20:46:12.343" v="2087" actId="20577"/>
          <ac:spMkLst>
            <pc:docMk/>
            <pc:sldMk cId="440576453" sldId="342"/>
            <ac:spMk id="4" creationId="{BA9EDF92-25D9-DB22-7035-E30CF3A437CD}"/>
          </ac:spMkLst>
        </pc:spChg>
        <pc:picChg chg="del">
          <ac:chgData name="Auke Haanstra" userId="7caf1331-b0e0-47bc-952f-c3a4b9646e73" providerId="ADAL" clId="{503E6DC9-367B-4B44-A731-C8E8AE4E3C19}" dt="2025-11-05T20:40:53.327" v="2035" actId="478"/>
          <ac:picMkLst>
            <pc:docMk/>
            <pc:sldMk cId="440576453" sldId="342"/>
            <ac:picMk id="2" creationId="{2AF79559-C7D0-CEB1-AA88-948F8973A403}"/>
          </ac:picMkLst>
        </pc:picChg>
        <pc:picChg chg="add mod">
          <ac:chgData name="Auke Haanstra" userId="7caf1331-b0e0-47bc-952f-c3a4b9646e73" providerId="ADAL" clId="{503E6DC9-367B-4B44-A731-C8E8AE4E3C19}" dt="2025-11-05T20:41:17.267" v="2042" actId="1076"/>
          <ac:picMkLst>
            <pc:docMk/>
            <pc:sldMk cId="440576453" sldId="342"/>
            <ac:picMk id="7" creationId="{1C301DC8-C84F-9968-D153-D4804F7FBBAA}"/>
          </ac:picMkLst>
        </pc:picChg>
      </pc:sldChg>
      <pc:sldChg chg="addSp delSp modSp add mod">
        <pc:chgData name="Auke Haanstra" userId="7caf1331-b0e0-47bc-952f-c3a4b9646e73" providerId="ADAL" clId="{503E6DC9-367B-4B44-A731-C8E8AE4E3C19}" dt="2025-11-05T20:46:20.829" v="2097" actId="20577"/>
        <pc:sldMkLst>
          <pc:docMk/>
          <pc:sldMk cId="4236987496" sldId="343"/>
        </pc:sldMkLst>
        <pc:spChg chg="mod">
          <ac:chgData name="Auke Haanstra" userId="7caf1331-b0e0-47bc-952f-c3a4b9646e73" providerId="ADAL" clId="{503E6DC9-367B-4B44-A731-C8E8AE4E3C19}" dt="2025-11-05T20:46:20.829" v="2097" actId="20577"/>
          <ac:spMkLst>
            <pc:docMk/>
            <pc:sldMk cId="4236987496" sldId="343"/>
            <ac:spMk id="4" creationId="{7EAAEF25-CDE0-73CB-E147-D41FDB5038DD}"/>
          </ac:spMkLst>
        </pc:spChg>
        <pc:picChg chg="add del mod">
          <ac:chgData name="Auke Haanstra" userId="7caf1331-b0e0-47bc-952f-c3a4b9646e73" providerId="ADAL" clId="{503E6DC9-367B-4B44-A731-C8E8AE4E3C19}" dt="2025-11-05T20:45:53.069" v="2069" actId="478"/>
          <ac:picMkLst>
            <pc:docMk/>
            <pc:sldMk cId="4236987496" sldId="343"/>
            <ac:picMk id="6" creationId="{7009F3A8-C6F5-7F6B-198F-531DFB482281}"/>
          </ac:picMkLst>
        </pc:picChg>
        <pc:picChg chg="del">
          <ac:chgData name="Auke Haanstra" userId="7caf1331-b0e0-47bc-952f-c3a4b9646e73" providerId="ADAL" clId="{503E6DC9-367B-4B44-A731-C8E8AE4E3C19}" dt="2025-11-05T20:44:46.033" v="2062" actId="478"/>
          <ac:picMkLst>
            <pc:docMk/>
            <pc:sldMk cId="4236987496" sldId="343"/>
            <ac:picMk id="7" creationId="{905E2716-3FFE-0363-C8AC-5410BC8D797F}"/>
          </ac:picMkLst>
        </pc:picChg>
        <pc:picChg chg="add mod">
          <ac:chgData name="Auke Haanstra" userId="7caf1331-b0e0-47bc-952f-c3a4b9646e73" providerId="ADAL" clId="{503E6DC9-367B-4B44-A731-C8E8AE4E3C19}" dt="2025-11-05T20:46:02.532" v="2074" actId="1076"/>
          <ac:picMkLst>
            <pc:docMk/>
            <pc:sldMk cId="4236987496" sldId="343"/>
            <ac:picMk id="9" creationId="{7B64C013-6CD0-FF0F-40CD-DCB343765337}"/>
          </ac:picMkLst>
        </pc:picChg>
      </pc:sldChg>
      <pc:sldChg chg="addSp delSp modSp add mod ord">
        <pc:chgData name="Auke Haanstra" userId="7caf1331-b0e0-47bc-952f-c3a4b9646e73" providerId="ADAL" clId="{503E6DC9-367B-4B44-A731-C8E8AE4E3C19}" dt="2025-11-05T20:51:55.168" v="2142"/>
        <pc:sldMkLst>
          <pc:docMk/>
          <pc:sldMk cId="1915199801" sldId="344"/>
        </pc:sldMkLst>
        <pc:spChg chg="mod">
          <ac:chgData name="Auke Haanstra" userId="7caf1331-b0e0-47bc-952f-c3a4b9646e73" providerId="ADAL" clId="{503E6DC9-367B-4B44-A731-C8E8AE4E3C19}" dt="2025-11-05T20:47:50.345" v="2116" actId="20577"/>
          <ac:spMkLst>
            <pc:docMk/>
            <pc:sldMk cId="1915199801" sldId="344"/>
            <ac:spMk id="4" creationId="{7B0B57B9-03EB-107E-8A0E-3D98EB9A4607}"/>
          </ac:spMkLst>
        </pc:spChg>
        <pc:picChg chg="add mod">
          <ac:chgData name="Auke Haanstra" userId="7caf1331-b0e0-47bc-952f-c3a4b9646e73" providerId="ADAL" clId="{503E6DC9-367B-4B44-A731-C8E8AE4E3C19}" dt="2025-11-05T20:47:38.200" v="2104" actId="1076"/>
          <ac:picMkLst>
            <pc:docMk/>
            <pc:sldMk cId="1915199801" sldId="344"/>
            <ac:picMk id="6" creationId="{C89CAC95-C8E6-FEF3-CF03-C3EE0A1C2072}"/>
          </ac:picMkLst>
        </pc:picChg>
        <pc:picChg chg="add del mod">
          <ac:chgData name="Auke Haanstra" userId="7caf1331-b0e0-47bc-952f-c3a4b9646e73" providerId="ADAL" clId="{503E6DC9-367B-4B44-A731-C8E8AE4E3C19}" dt="2025-11-05T20:51:49.269" v="2140" actId="478"/>
          <ac:picMkLst>
            <pc:docMk/>
            <pc:sldMk cId="1915199801" sldId="344"/>
            <ac:picMk id="8" creationId="{4678FA2D-0B51-E199-12FC-26CF031959D2}"/>
          </ac:picMkLst>
        </pc:picChg>
        <pc:picChg chg="del">
          <ac:chgData name="Auke Haanstra" userId="7caf1331-b0e0-47bc-952f-c3a4b9646e73" providerId="ADAL" clId="{503E6DC9-367B-4B44-A731-C8E8AE4E3C19}" dt="2025-11-05T20:47:26.939" v="2099" actId="478"/>
          <ac:picMkLst>
            <pc:docMk/>
            <pc:sldMk cId="1915199801" sldId="344"/>
            <ac:picMk id="9" creationId="{81490E50-3EE5-1A4F-6599-59C4503191DA}"/>
          </ac:picMkLst>
        </pc:picChg>
      </pc:sldChg>
      <pc:sldChg chg="addSp delSp modSp add mod">
        <pc:chgData name="Auke Haanstra" userId="7caf1331-b0e0-47bc-952f-c3a4b9646e73" providerId="ADAL" clId="{503E6DC9-367B-4B44-A731-C8E8AE4E3C19}" dt="2025-11-05T20:56:30.552" v="2147" actId="21"/>
        <pc:sldMkLst>
          <pc:docMk/>
          <pc:sldMk cId="225256475" sldId="345"/>
        </pc:sldMkLst>
        <pc:spChg chg="mod">
          <ac:chgData name="Auke Haanstra" userId="7caf1331-b0e0-47bc-952f-c3a4b9646e73" providerId="ADAL" clId="{503E6DC9-367B-4B44-A731-C8E8AE4E3C19}" dt="2025-11-05T20:51:11.622" v="2132" actId="20577"/>
          <ac:spMkLst>
            <pc:docMk/>
            <pc:sldMk cId="225256475" sldId="345"/>
            <ac:spMk id="4" creationId="{52AFFC81-2FCC-A8D3-0B96-2F2F134446FE}"/>
          </ac:spMkLst>
        </pc:spChg>
        <pc:picChg chg="add mod">
          <ac:chgData name="Auke Haanstra" userId="7caf1331-b0e0-47bc-952f-c3a4b9646e73" providerId="ADAL" clId="{503E6DC9-367B-4B44-A731-C8E8AE4E3C19}" dt="2025-11-05T20:51:42.170" v="2139" actId="1076"/>
          <ac:picMkLst>
            <pc:docMk/>
            <pc:sldMk cId="225256475" sldId="345"/>
            <ac:picMk id="2" creationId="{76BE15A7-B12A-012D-8157-0349A67153F1}"/>
          </ac:picMkLst>
        </pc:picChg>
        <pc:picChg chg="add del">
          <ac:chgData name="Auke Haanstra" userId="7caf1331-b0e0-47bc-952f-c3a4b9646e73" providerId="ADAL" clId="{503E6DC9-367B-4B44-A731-C8E8AE4E3C19}" dt="2025-11-05T20:56:30.552" v="2147" actId="21"/>
          <ac:picMkLst>
            <pc:docMk/>
            <pc:sldMk cId="225256475" sldId="345"/>
            <ac:picMk id="7" creationId="{9E840642-FE0E-BABB-6029-7FE141073370}"/>
          </ac:picMkLst>
        </pc:picChg>
        <pc:picChg chg="add del">
          <ac:chgData name="Auke Haanstra" userId="7caf1331-b0e0-47bc-952f-c3a4b9646e73" providerId="ADAL" clId="{503E6DC9-367B-4B44-A731-C8E8AE4E3C19}" dt="2025-11-05T20:51:23.480" v="2135" actId="478"/>
          <ac:picMkLst>
            <pc:docMk/>
            <pc:sldMk cId="225256475" sldId="345"/>
            <ac:picMk id="14" creationId="{F80F313B-6583-44BD-56F9-623CA9B26DD0}"/>
          </ac:picMkLst>
        </pc:picChg>
      </pc:sldChg>
      <pc:sldChg chg="add del">
        <pc:chgData name="Auke Haanstra" userId="7caf1331-b0e0-47bc-952f-c3a4b9646e73" providerId="ADAL" clId="{503E6DC9-367B-4B44-A731-C8E8AE4E3C19}" dt="2025-11-05T21:52:38.771" v="3309" actId="47"/>
        <pc:sldMkLst>
          <pc:docMk/>
          <pc:sldMk cId="53972712" sldId="346"/>
        </pc:sldMkLst>
      </pc:sldChg>
      <pc:sldChg chg="modSp add mod">
        <pc:chgData name="Auke Haanstra" userId="7caf1331-b0e0-47bc-952f-c3a4b9646e73" providerId="ADAL" clId="{503E6DC9-367B-4B44-A731-C8E8AE4E3C19}" dt="2025-11-05T20:57:01.422" v="2183" actId="1076"/>
        <pc:sldMkLst>
          <pc:docMk/>
          <pc:sldMk cId="389367274" sldId="347"/>
        </pc:sldMkLst>
        <pc:picChg chg="mod">
          <ac:chgData name="Auke Haanstra" userId="7caf1331-b0e0-47bc-952f-c3a4b9646e73" providerId="ADAL" clId="{503E6DC9-367B-4B44-A731-C8E8AE4E3C19}" dt="2025-11-05T20:57:01.422" v="2183" actId="1076"/>
          <ac:picMkLst>
            <pc:docMk/>
            <pc:sldMk cId="389367274" sldId="347"/>
            <ac:picMk id="7" creationId="{9E840642-FE0E-BABB-6029-7FE141073370}"/>
          </ac:picMkLst>
        </pc:picChg>
      </pc:sldChg>
      <pc:sldChg chg="addSp delSp modSp add del mod delAnim">
        <pc:chgData name="Auke Haanstra" userId="7caf1331-b0e0-47bc-952f-c3a4b9646e73" providerId="ADAL" clId="{503E6DC9-367B-4B44-A731-C8E8AE4E3C19}" dt="2025-11-05T20:56:50.837" v="2181" actId="2696"/>
        <pc:sldMkLst>
          <pc:docMk/>
          <pc:sldMk cId="3541093748" sldId="347"/>
        </pc:sldMkLst>
        <pc:spChg chg="mod">
          <ac:chgData name="Auke Haanstra" userId="7caf1331-b0e0-47bc-952f-c3a4b9646e73" providerId="ADAL" clId="{503E6DC9-367B-4B44-A731-C8E8AE4E3C19}" dt="2025-11-05T20:56:47.567" v="2180" actId="20577"/>
          <ac:spMkLst>
            <pc:docMk/>
            <pc:sldMk cId="3541093748" sldId="347"/>
            <ac:spMk id="4" creationId="{146FFB81-3401-7EB3-7AB7-6CA30CAE4E66}"/>
          </ac:spMkLst>
        </pc:spChg>
        <pc:spChg chg="del">
          <ac:chgData name="Auke Haanstra" userId="7caf1331-b0e0-47bc-952f-c3a4b9646e73" providerId="ADAL" clId="{503E6DC9-367B-4B44-A731-C8E8AE4E3C19}" dt="2025-11-05T20:56:35.392" v="2148" actId="478"/>
          <ac:spMkLst>
            <pc:docMk/>
            <pc:sldMk cId="3541093748" sldId="347"/>
            <ac:spMk id="6" creationId="{ED2F0BD4-0157-A85A-50AA-356CAE957264}"/>
          </ac:spMkLst>
        </pc:spChg>
        <pc:picChg chg="add mod">
          <ac:chgData name="Auke Haanstra" userId="7caf1331-b0e0-47bc-952f-c3a4b9646e73" providerId="ADAL" clId="{503E6DC9-367B-4B44-A731-C8E8AE4E3C19}" dt="2025-11-05T20:56:39.352" v="2150" actId="1076"/>
          <ac:picMkLst>
            <pc:docMk/>
            <pc:sldMk cId="3541093748" sldId="347"/>
            <ac:picMk id="7" creationId="{9E840642-FE0E-BABB-6029-7FE141073370}"/>
          </ac:picMkLst>
        </pc:picChg>
      </pc:sldChg>
      <pc:sldChg chg="addSp delSp modSp add mod">
        <pc:chgData name="Auke Haanstra" userId="7caf1331-b0e0-47bc-952f-c3a4b9646e73" providerId="ADAL" clId="{503E6DC9-367B-4B44-A731-C8E8AE4E3C19}" dt="2025-11-05T21:01:31.094" v="2209" actId="1076"/>
        <pc:sldMkLst>
          <pc:docMk/>
          <pc:sldMk cId="3443913178" sldId="348"/>
        </pc:sldMkLst>
        <pc:spChg chg="mod">
          <ac:chgData name="Auke Haanstra" userId="7caf1331-b0e0-47bc-952f-c3a4b9646e73" providerId="ADAL" clId="{503E6DC9-367B-4B44-A731-C8E8AE4E3C19}" dt="2025-11-05T21:00:47.328" v="2206" actId="20577"/>
          <ac:spMkLst>
            <pc:docMk/>
            <pc:sldMk cId="3443913178" sldId="348"/>
            <ac:spMk id="4" creationId="{5A02F5BD-0C8F-AF8E-4E4D-18B47AF6C4F8}"/>
          </ac:spMkLst>
        </pc:spChg>
        <pc:picChg chg="add mod">
          <ac:chgData name="Auke Haanstra" userId="7caf1331-b0e0-47bc-952f-c3a4b9646e73" providerId="ADAL" clId="{503E6DC9-367B-4B44-A731-C8E8AE4E3C19}" dt="2025-11-05T21:01:31.094" v="2209" actId="1076"/>
          <ac:picMkLst>
            <pc:docMk/>
            <pc:sldMk cId="3443913178" sldId="348"/>
            <ac:picMk id="6" creationId="{8900ED21-433C-600B-72A8-91157570A480}"/>
          </ac:picMkLst>
        </pc:picChg>
        <pc:picChg chg="del">
          <ac:chgData name="Auke Haanstra" userId="7caf1331-b0e0-47bc-952f-c3a4b9646e73" providerId="ADAL" clId="{503E6DC9-367B-4B44-A731-C8E8AE4E3C19}" dt="2025-11-05T21:01:21.686" v="2207" actId="478"/>
          <ac:picMkLst>
            <pc:docMk/>
            <pc:sldMk cId="3443913178" sldId="348"/>
            <ac:picMk id="7" creationId="{79994E92-08C6-15B2-EE5F-0B6C6355A16E}"/>
          </ac:picMkLst>
        </pc:picChg>
      </pc:sldChg>
      <pc:sldChg chg="addSp delSp modSp add mod">
        <pc:chgData name="Auke Haanstra" userId="7caf1331-b0e0-47bc-952f-c3a4b9646e73" providerId="ADAL" clId="{503E6DC9-367B-4B44-A731-C8E8AE4E3C19}" dt="2025-11-05T21:02:52.369" v="2229" actId="1076"/>
        <pc:sldMkLst>
          <pc:docMk/>
          <pc:sldMk cId="1602293631" sldId="349"/>
        </pc:sldMkLst>
        <pc:spChg chg="mod">
          <ac:chgData name="Auke Haanstra" userId="7caf1331-b0e0-47bc-952f-c3a4b9646e73" providerId="ADAL" clId="{503E6DC9-367B-4B44-A731-C8E8AE4E3C19}" dt="2025-11-05T21:02:01.363" v="2224" actId="20577"/>
          <ac:spMkLst>
            <pc:docMk/>
            <pc:sldMk cId="1602293631" sldId="349"/>
            <ac:spMk id="4" creationId="{84517CC5-5F87-3E3A-BA62-7E67BCA87DD3}"/>
          </ac:spMkLst>
        </pc:spChg>
        <pc:picChg chg="del">
          <ac:chgData name="Auke Haanstra" userId="7caf1331-b0e0-47bc-952f-c3a4b9646e73" providerId="ADAL" clId="{503E6DC9-367B-4B44-A731-C8E8AE4E3C19}" dt="2025-11-05T21:02:31.674" v="2225" actId="478"/>
          <ac:picMkLst>
            <pc:docMk/>
            <pc:sldMk cId="1602293631" sldId="349"/>
            <ac:picMk id="6" creationId="{37450C77-942E-E1C0-0A51-82E082802AC1}"/>
          </ac:picMkLst>
        </pc:picChg>
        <pc:picChg chg="add mod">
          <ac:chgData name="Auke Haanstra" userId="7caf1331-b0e0-47bc-952f-c3a4b9646e73" providerId="ADAL" clId="{503E6DC9-367B-4B44-A731-C8E8AE4E3C19}" dt="2025-11-05T21:02:52.369" v="2229" actId="1076"/>
          <ac:picMkLst>
            <pc:docMk/>
            <pc:sldMk cId="1602293631" sldId="349"/>
            <ac:picMk id="7" creationId="{62FDDD32-6477-142A-F998-EAD8C769948C}"/>
          </ac:picMkLst>
        </pc:picChg>
      </pc:sldChg>
      <pc:sldChg chg="addSp delSp modSp add mod delAnim modAnim">
        <pc:chgData name="Auke Haanstra" userId="7caf1331-b0e0-47bc-952f-c3a4b9646e73" providerId="ADAL" clId="{503E6DC9-367B-4B44-A731-C8E8AE4E3C19}" dt="2025-11-06T13:12:49.102" v="4044" actId="20577"/>
        <pc:sldMkLst>
          <pc:docMk/>
          <pc:sldMk cId="971957905" sldId="350"/>
        </pc:sldMkLst>
        <pc:spChg chg="mod">
          <ac:chgData name="Auke Haanstra" userId="7caf1331-b0e0-47bc-952f-c3a4b9646e73" providerId="ADAL" clId="{503E6DC9-367B-4B44-A731-C8E8AE4E3C19}" dt="2025-11-06T13:12:49.102" v="4044" actId="20577"/>
          <ac:spMkLst>
            <pc:docMk/>
            <pc:sldMk cId="971957905" sldId="350"/>
            <ac:spMk id="2" creationId="{2FD21712-E102-6B1C-708D-92E116800190}"/>
          </ac:spMkLst>
        </pc:spChg>
        <pc:spChg chg="mod">
          <ac:chgData name="Auke Haanstra" userId="7caf1331-b0e0-47bc-952f-c3a4b9646e73" providerId="ADAL" clId="{503E6DC9-367B-4B44-A731-C8E8AE4E3C19}" dt="2025-11-05T21:09:42.798" v="2283" actId="20577"/>
          <ac:spMkLst>
            <pc:docMk/>
            <pc:sldMk cId="971957905" sldId="350"/>
            <ac:spMk id="4" creationId="{B1AAE44E-7FD6-615C-CCFB-CC0832F4E98E}"/>
          </ac:spMkLst>
        </pc:spChg>
        <pc:spChg chg="mod">
          <ac:chgData name="Auke Haanstra" userId="7caf1331-b0e0-47bc-952f-c3a4b9646e73" providerId="ADAL" clId="{503E6DC9-367B-4B44-A731-C8E8AE4E3C19}" dt="2025-11-06T13:12:38.778" v="4028" actId="20577"/>
          <ac:spMkLst>
            <pc:docMk/>
            <pc:sldMk cId="971957905" sldId="350"/>
            <ac:spMk id="6" creationId="{FE74A806-5608-47B2-1186-E5286496F7B7}"/>
          </ac:spMkLst>
        </pc:spChg>
        <pc:spChg chg="add del mod">
          <ac:chgData name="Auke Haanstra" userId="7caf1331-b0e0-47bc-952f-c3a4b9646e73" providerId="ADAL" clId="{503E6DC9-367B-4B44-A731-C8E8AE4E3C19}" dt="2025-11-05T21:10:12.537" v="2286" actId="478"/>
          <ac:spMkLst>
            <pc:docMk/>
            <pc:sldMk cId="971957905" sldId="350"/>
            <ac:spMk id="7" creationId="{7DDFD89C-8D2F-69B5-41A2-E85A2773BE18}"/>
          </ac:spMkLst>
        </pc:spChg>
        <pc:spChg chg="add mod">
          <ac:chgData name="Auke Haanstra" userId="7caf1331-b0e0-47bc-952f-c3a4b9646e73" providerId="ADAL" clId="{503E6DC9-367B-4B44-A731-C8E8AE4E3C19}" dt="2025-11-06T12:11:11.350" v="3611" actId="164"/>
          <ac:spMkLst>
            <pc:docMk/>
            <pc:sldMk cId="971957905" sldId="350"/>
            <ac:spMk id="7" creationId="{B023CBEF-EB22-3ACE-331F-F7D804C3C247}"/>
          </ac:spMkLst>
        </pc:spChg>
        <pc:spChg chg="add mod">
          <ac:chgData name="Auke Haanstra" userId="7caf1331-b0e0-47bc-952f-c3a4b9646e73" providerId="ADAL" clId="{503E6DC9-367B-4B44-A731-C8E8AE4E3C19}" dt="2025-11-06T12:11:11.350" v="3611" actId="164"/>
          <ac:spMkLst>
            <pc:docMk/>
            <pc:sldMk cId="971957905" sldId="350"/>
            <ac:spMk id="8" creationId="{7389A101-BB21-69C3-6568-68EEE38B8F9D}"/>
          </ac:spMkLst>
        </pc:spChg>
        <pc:spChg chg="add mod">
          <ac:chgData name="Auke Haanstra" userId="7caf1331-b0e0-47bc-952f-c3a4b9646e73" providerId="ADAL" clId="{503E6DC9-367B-4B44-A731-C8E8AE4E3C19}" dt="2025-11-06T12:11:11.350" v="3611" actId="164"/>
          <ac:spMkLst>
            <pc:docMk/>
            <pc:sldMk cId="971957905" sldId="350"/>
            <ac:spMk id="9" creationId="{EAD34CB4-F535-7D00-8DC1-587F3171E583}"/>
          </ac:spMkLst>
        </pc:spChg>
        <pc:grpChg chg="add mod">
          <ac:chgData name="Auke Haanstra" userId="7caf1331-b0e0-47bc-952f-c3a4b9646e73" providerId="ADAL" clId="{503E6DC9-367B-4B44-A731-C8E8AE4E3C19}" dt="2025-11-06T12:11:11.350" v="3611" actId="164"/>
          <ac:grpSpMkLst>
            <pc:docMk/>
            <pc:sldMk cId="971957905" sldId="350"/>
            <ac:grpSpMk id="10" creationId="{A58D3E62-8268-3AEF-6642-BDDFE4E43C96}"/>
          </ac:grpSpMkLst>
        </pc:grpChg>
      </pc:sldChg>
      <pc:sldChg chg="addSp delSp modSp add mod modTransition addAnim delAnim modAnim">
        <pc:chgData name="Auke Haanstra" userId="7caf1331-b0e0-47bc-952f-c3a4b9646e73" providerId="ADAL" clId="{503E6DC9-367B-4B44-A731-C8E8AE4E3C19}" dt="2025-11-05T22:06:08.889" v="3385"/>
        <pc:sldMkLst>
          <pc:docMk/>
          <pc:sldMk cId="3717362110" sldId="351"/>
        </pc:sldMkLst>
        <pc:spChg chg="mod">
          <ac:chgData name="Auke Haanstra" userId="7caf1331-b0e0-47bc-952f-c3a4b9646e73" providerId="ADAL" clId="{503E6DC9-367B-4B44-A731-C8E8AE4E3C19}" dt="2025-11-05T21:21:51.400" v="2511" actId="20577"/>
          <ac:spMkLst>
            <pc:docMk/>
            <pc:sldMk cId="3717362110" sldId="351"/>
            <ac:spMk id="4" creationId="{A46B24D3-010C-E7A0-2973-EC001B92F66D}"/>
          </ac:spMkLst>
        </pc:spChg>
        <pc:spChg chg="del">
          <ac:chgData name="Auke Haanstra" userId="7caf1331-b0e0-47bc-952f-c3a4b9646e73" providerId="ADAL" clId="{503E6DC9-367B-4B44-A731-C8E8AE4E3C19}" dt="2025-11-05T21:21:31.477" v="2476" actId="478"/>
          <ac:spMkLst>
            <pc:docMk/>
            <pc:sldMk cId="3717362110" sldId="351"/>
            <ac:spMk id="6" creationId="{1B66E902-3991-29E1-0FAA-E12A0AF77B31}"/>
          </ac:spMkLst>
        </pc:spChg>
        <pc:picChg chg="add mod">
          <ac:chgData name="Auke Haanstra" userId="7caf1331-b0e0-47bc-952f-c3a4b9646e73" providerId="ADAL" clId="{503E6DC9-367B-4B44-A731-C8E8AE4E3C19}" dt="2025-11-05T22:02:25.664" v="3364" actId="1076"/>
          <ac:picMkLst>
            <pc:docMk/>
            <pc:sldMk cId="3717362110" sldId="351"/>
            <ac:picMk id="6" creationId="{E41103E4-824D-44ED-60AD-85D6B53576B2}"/>
          </ac:picMkLst>
        </pc:picChg>
        <pc:picChg chg="add mod">
          <ac:chgData name="Auke Haanstra" userId="7caf1331-b0e0-47bc-952f-c3a4b9646e73" providerId="ADAL" clId="{503E6DC9-367B-4B44-A731-C8E8AE4E3C19}" dt="2025-11-05T21:21:38.956" v="2480" actId="1076"/>
          <ac:picMkLst>
            <pc:docMk/>
            <pc:sldMk cId="3717362110" sldId="351"/>
            <ac:picMk id="7" creationId="{F472D4FC-50BF-2119-788B-D76750E65737}"/>
          </ac:picMkLst>
        </pc:picChg>
        <pc:picChg chg="add del">
          <ac:chgData name="Auke Haanstra" userId="7caf1331-b0e0-47bc-952f-c3a4b9646e73" providerId="ADAL" clId="{503E6DC9-367B-4B44-A731-C8E8AE4E3C19}" dt="2025-11-05T21:37:22.003" v="2514" actId="478"/>
          <ac:picMkLst>
            <pc:docMk/>
            <pc:sldMk cId="3717362110" sldId="351"/>
            <ac:picMk id="9" creationId="{A360549E-2B0E-1595-C16F-3F6FB4B0A29E}"/>
          </ac:picMkLst>
        </pc:picChg>
      </pc:sldChg>
      <pc:sldChg chg="modSp add mod">
        <pc:chgData name="Auke Haanstra" userId="7caf1331-b0e0-47bc-952f-c3a4b9646e73" providerId="ADAL" clId="{503E6DC9-367B-4B44-A731-C8E8AE4E3C19}" dt="2025-11-05T21:19:15.956" v="2475" actId="20577"/>
        <pc:sldMkLst>
          <pc:docMk/>
          <pc:sldMk cId="878305577" sldId="352"/>
        </pc:sldMkLst>
        <pc:spChg chg="mod">
          <ac:chgData name="Auke Haanstra" userId="7caf1331-b0e0-47bc-952f-c3a4b9646e73" providerId="ADAL" clId="{503E6DC9-367B-4B44-A731-C8E8AE4E3C19}" dt="2025-11-05T21:19:15.956" v="2475" actId="20577"/>
          <ac:spMkLst>
            <pc:docMk/>
            <pc:sldMk cId="878305577" sldId="352"/>
            <ac:spMk id="9" creationId="{04009849-434B-BFD7-4B22-6474F81C765C}"/>
          </ac:spMkLst>
        </pc:spChg>
      </pc:sldChg>
      <pc:sldChg chg="delSp modSp add mod modNotesTx">
        <pc:chgData name="Auke Haanstra" userId="7caf1331-b0e0-47bc-952f-c3a4b9646e73" providerId="ADAL" clId="{503E6DC9-367B-4B44-A731-C8E8AE4E3C19}" dt="2025-11-05T21:39:13.025" v="2652" actId="20577"/>
        <pc:sldMkLst>
          <pc:docMk/>
          <pc:sldMk cId="4201769373" sldId="353"/>
        </pc:sldMkLst>
        <pc:spChg chg="mod">
          <ac:chgData name="Auke Haanstra" userId="7caf1331-b0e0-47bc-952f-c3a4b9646e73" providerId="ADAL" clId="{503E6DC9-367B-4B44-A731-C8E8AE4E3C19}" dt="2025-11-05T21:38:15.237" v="2541" actId="20577"/>
          <ac:spMkLst>
            <pc:docMk/>
            <pc:sldMk cId="4201769373" sldId="353"/>
            <ac:spMk id="4" creationId="{E78EADB2-5E17-80B7-0271-94E3DE1D4E3F}"/>
          </ac:spMkLst>
        </pc:spChg>
        <pc:picChg chg="del">
          <ac:chgData name="Auke Haanstra" userId="7caf1331-b0e0-47bc-952f-c3a4b9646e73" providerId="ADAL" clId="{503E6DC9-367B-4B44-A731-C8E8AE4E3C19}" dt="2025-11-05T21:37:34.707" v="2517" actId="478"/>
          <ac:picMkLst>
            <pc:docMk/>
            <pc:sldMk cId="4201769373" sldId="353"/>
            <ac:picMk id="7" creationId="{35F678E0-D024-D000-9E1E-313CB0C3EBCC}"/>
          </ac:picMkLst>
        </pc:picChg>
        <pc:picChg chg="mod">
          <ac:chgData name="Auke Haanstra" userId="7caf1331-b0e0-47bc-952f-c3a4b9646e73" providerId="ADAL" clId="{503E6DC9-367B-4B44-A731-C8E8AE4E3C19}" dt="2025-11-05T21:37:46.017" v="2521" actId="1076"/>
          <ac:picMkLst>
            <pc:docMk/>
            <pc:sldMk cId="4201769373" sldId="353"/>
            <ac:picMk id="9" creationId="{AFECD685-BB7B-53A5-6D8C-0AB544AF085A}"/>
          </ac:picMkLst>
        </pc:picChg>
      </pc:sldChg>
      <pc:sldChg chg="modSp add mod modAnim">
        <pc:chgData name="Auke Haanstra" userId="7caf1331-b0e0-47bc-952f-c3a4b9646e73" providerId="ADAL" clId="{503E6DC9-367B-4B44-A731-C8E8AE4E3C19}" dt="2025-11-05T21:48:21.503" v="3134" actId="20577"/>
        <pc:sldMkLst>
          <pc:docMk/>
          <pc:sldMk cId="1312813862" sldId="354"/>
        </pc:sldMkLst>
        <pc:spChg chg="mod">
          <ac:chgData name="Auke Haanstra" userId="7caf1331-b0e0-47bc-952f-c3a4b9646e73" providerId="ADAL" clId="{503E6DC9-367B-4B44-A731-C8E8AE4E3C19}" dt="2025-11-05T21:39:44.087" v="2664" actId="20577"/>
          <ac:spMkLst>
            <pc:docMk/>
            <pc:sldMk cId="1312813862" sldId="354"/>
            <ac:spMk id="4" creationId="{B2087197-ECF0-21E3-F2F7-E9DD15330F84}"/>
          </ac:spMkLst>
        </pc:spChg>
        <pc:spChg chg="mod">
          <ac:chgData name="Auke Haanstra" userId="7caf1331-b0e0-47bc-952f-c3a4b9646e73" providerId="ADAL" clId="{503E6DC9-367B-4B44-A731-C8E8AE4E3C19}" dt="2025-11-05T21:47:44.273" v="3125" actId="20577"/>
          <ac:spMkLst>
            <pc:docMk/>
            <pc:sldMk cId="1312813862" sldId="354"/>
            <ac:spMk id="6" creationId="{52987D10-CD69-C734-CAF7-5BB094EC55E3}"/>
          </ac:spMkLst>
        </pc:spChg>
      </pc:sldChg>
      <pc:sldChg chg="add del">
        <pc:chgData name="Auke Haanstra" userId="7caf1331-b0e0-47bc-952f-c3a4b9646e73" providerId="ADAL" clId="{503E6DC9-367B-4B44-A731-C8E8AE4E3C19}" dt="2025-11-05T21:48:15.021" v="3127"/>
        <pc:sldMkLst>
          <pc:docMk/>
          <pc:sldMk cId="3338579901" sldId="355"/>
        </pc:sldMkLst>
      </pc:sldChg>
      <pc:sldChg chg="addSp modSp add mod modAnim">
        <pc:chgData name="Auke Haanstra" userId="7caf1331-b0e0-47bc-952f-c3a4b9646e73" providerId="ADAL" clId="{503E6DC9-367B-4B44-A731-C8E8AE4E3C19}" dt="2025-11-05T21:58:41.984" v="3352" actId="20577"/>
        <pc:sldMkLst>
          <pc:docMk/>
          <pc:sldMk cId="3616754107" sldId="355"/>
        </pc:sldMkLst>
        <pc:spChg chg="mod">
          <ac:chgData name="Auke Haanstra" userId="7caf1331-b0e0-47bc-952f-c3a4b9646e73" providerId="ADAL" clId="{503E6DC9-367B-4B44-A731-C8E8AE4E3C19}" dt="2025-11-05T21:48:45.751" v="3168" actId="20577"/>
          <ac:spMkLst>
            <pc:docMk/>
            <pc:sldMk cId="3616754107" sldId="355"/>
            <ac:spMk id="4" creationId="{401A2BD3-FBE0-6E13-1E26-EA6997426B5F}"/>
          </ac:spMkLst>
        </pc:spChg>
        <pc:spChg chg="mod">
          <ac:chgData name="Auke Haanstra" userId="7caf1331-b0e0-47bc-952f-c3a4b9646e73" providerId="ADAL" clId="{503E6DC9-367B-4B44-A731-C8E8AE4E3C19}" dt="2025-11-05T21:58:41.984" v="3352" actId="20577"/>
          <ac:spMkLst>
            <pc:docMk/>
            <pc:sldMk cId="3616754107" sldId="355"/>
            <ac:spMk id="6" creationId="{546857F7-418D-AFEC-D429-9B146298C449}"/>
          </ac:spMkLst>
        </pc:spChg>
        <pc:picChg chg="add mod modCrop">
          <ac:chgData name="Auke Haanstra" userId="7caf1331-b0e0-47bc-952f-c3a4b9646e73" providerId="ADAL" clId="{503E6DC9-367B-4B44-A731-C8E8AE4E3C19}" dt="2025-11-05T21:50:30.208" v="3197" actId="1076"/>
          <ac:picMkLst>
            <pc:docMk/>
            <pc:sldMk cId="3616754107" sldId="355"/>
            <ac:picMk id="2" creationId="{3768F1FF-2E16-BF13-C5D5-3650258CCEF7}"/>
          </ac:picMkLst>
        </pc:picChg>
      </pc:sldChg>
      <pc:sldChg chg="add mod modShow">
        <pc:chgData name="Auke Haanstra" userId="7caf1331-b0e0-47bc-952f-c3a4b9646e73" providerId="ADAL" clId="{503E6DC9-367B-4B44-A731-C8E8AE4E3C19}" dt="2025-11-05T22:23:24.130" v="3418" actId="729"/>
        <pc:sldMkLst>
          <pc:docMk/>
          <pc:sldMk cId="3837997386" sldId="356"/>
        </pc:sldMkLst>
      </pc:sldChg>
      <pc:sldChg chg="delSp add mod delAnim">
        <pc:chgData name="Auke Haanstra" userId="7caf1331-b0e0-47bc-952f-c3a4b9646e73" providerId="ADAL" clId="{503E6DC9-367B-4B44-A731-C8E8AE4E3C19}" dt="2025-11-05T22:04:30.875" v="3379" actId="478"/>
        <pc:sldMkLst>
          <pc:docMk/>
          <pc:sldMk cId="2788187328" sldId="357"/>
        </pc:sldMkLst>
        <pc:picChg chg="del">
          <ac:chgData name="Auke Haanstra" userId="7caf1331-b0e0-47bc-952f-c3a4b9646e73" providerId="ADAL" clId="{503E6DC9-367B-4B44-A731-C8E8AE4E3C19}" dt="2025-11-05T22:04:30.875" v="3379" actId="478"/>
          <ac:picMkLst>
            <pc:docMk/>
            <pc:sldMk cId="2788187328" sldId="357"/>
            <ac:picMk id="6" creationId="{8B33DDDA-25B5-554E-7BCD-8D86ECCE8077}"/>
          </ac:picMkLst>
        </pc:picChg>
      </pc:sldChg>
      <pc:sldChg chg="addSp modSp mod">
        <pc:chgData name="Auke Haanstra" userId="7caf1331-b0e0-47bc-952f-c3a4b9646e73" providerId="ADAL" clId="{503E6DC9-367B-4B44-A731-C8E8AE4E3C19}" dt="2025-11-06T13:08:06.473" v="3982" actId="1076"/>
        <pc:sldMkLst>
          <pc:docMk/>
          <pc:sldMk cId="591631195" sldId="359"/>
        </pc:sldMkLst>
        <pc:picChg chg="add mod">
          <ac:chgData name="Auke Haanstra" userId="7caf1331-b0e0-47bc-952f-c3a4b9646e73" providerId="ADAL" clId="{503E6DC9-367B-4B44-A731-C8E8AE4E3C19}" dt="2025-11-06T13:07:55.676" v="3980" actId="1076"/>
          <ac:picMkLst>
            <pc:docMk/>
            <pc:sldMk cId="591631195" sldId="359"/>
            <ac:picMk id="6" creationId="{BBA5C2C3-1A25-B768-A35C-A138837E2F11}"/>
          </ac:picMkLst>
        </pc:picChg>
        <pc:picChg chg="add mod">
          <ac:chgData name="Auke Haanstra" userId="7caf1331-b0e0-47bc-952f-c3a4b9646e73" providerId="ADAL" clId="{503E6DC9-367B-4B44-A731-C8E8AE4E3C19}" dt="2025-11-06T13:08:01.080" v="3981" actId="1076"/>
          <ac:picMkLst>
            <pc:docMk/>
            <pc:sldMk cId="591631195" sldId="359"/>
            <ac:picMk id="7" creationId="{0BF94031-7635-919B-8E57-AD517E6718C0}"/>
          </ac:picMkLst>
        </pc:picChg>
        <pc:picChg chg="mod">
          <ac:chgData name="Auke Haanstra" userId="7caf1331-b0e0-47bc-952f-c3a4b9646e73" providerId="ADAL" clId="{503E6DC9-367B-4B44-A731-C8E8AE4E3C19}" dt="2025-11-06T13:08:06.473" v="3982" actId="1076"/>
          <ac:picMkLst>
            <pc:docMk/>
            <pc:sldMk cId="591631195" sldId="359"/>
            <ac:picMk id="13" creationId="{B9938A33-4292-0186-A974-D5DB21A776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3AABA-63F9-4626-A1B6-415EAD073A2C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72EEB-7B6E-41C7-A9A4-A19878AB312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954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2AD2-FAA1-B331-8683-440200BC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82B1054-6ECB-5E3C-F805-431ABD770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58C6B37-5763-3FF2-4675-21E1239E3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3EFAA37-B198-469B-DEE2-186B8D92C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8380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0466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2435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30D4-2A93-8C63-324F-56BB5C6C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9DE73F3-4DD8-7C73-83E7-3D352FB0F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53CCBC2-C805-9AE2-B03B-031995FB2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7AF00F6-CFE0-E37F-3D51-5F120D18B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9552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597-2BF1-315C-6437-8DCB5869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9959E4-8826-4468-C290-826898D37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6672BE5-C4DC-F9E5-241B-48CA461EB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8422EFC-D476-FDD7-78C9-43C5824FF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0641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50CD-7EF5-35DB-BC87-AB0E62C1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058EED0-5880-C617-5956-7DDA86277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C0DE26-31B7-7959-1AF7-D73D05164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9AAAA33-8DB9-5CA6-996A-E99AEC027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291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CEA0-71A0-EA78-4D72-CDFFA110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52CE6D3-1A38-74DA-736C-75055D0E2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A07BFCE-BF34-E735-2177-0D70307B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4F6AA8-4399-9A1A-D0F0-C8A54EBD9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855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1776-7A64-874E-C1FA-AC205CC8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5B55D5-B55D-A2AE-866F-C894DF1DA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6321DA7-4675-04DE-23B9-920B4BD01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05C24EB-9290-3604-71A7-09C8A3DF8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977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597-2BF1-315C-6437-8DCB5869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9959E4-8826-4468-C290-826898D37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6672BE5-C4DC-F9E5-241B-48CA461EB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8422EFC-D476-FDD7-78C9-43C5824FF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0641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50CD-7EF5-35DB-BC87-AB0E62C1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058EED0-5880-C617-5956-7DDA86277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C0DE26-31B7-7959-1AF7-D73D05164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For me: A playful experiment</a:t>
            </a:r>
          </a:p>
          <a:p>
            <a:r>
              <a:rPr lang="nl-NL" dirty="0"/>
              <a:t>For you: A fun introduction into Event Sourcing</a:t>
            </a:r>
          </a:p>
          <a:p>
            <a:endParaRPr lang="nl-NL" dirty="0"/>
          </a:p>
          <a:p>
            <a:r>
              <a:rPr lang="nl-NL" dirty="0"/>
              <a:t>Tell my questions:</a:t>
            </a:r>
          </a:p>
          <a:p>
            <a:r>
              <a:rPr lang="nl-NL" dirty="0"/>
              <a:t>Is it possible to implement a time-sensitive game with Event Sourcing?</a:t>
            </a:r>
          </a:p>
          <a:p>
            <a:r>
              <a:rPr lang="nl-NL" dirty="0"/>
              <a:t>Can we achieve time-travel with event-sourcing?</a:t>
            </a:r>
          </a:p>
          <a:p>
            <a:endParaRPr lang="nl-NL" dirty="0"/>
          </a:p>
          <a:p>
            <a:r>
              <a:rPr lang="nl-NL" dirty="0"/>
              <a:t>I needed to implement an Event Store first.</a:t>
            </a:r>
          </a:p>
          <a:p>
            <a:r>
              <a:rPr lang="nl-NL" dirty="0"/>
              <a:t>I wanted to be flexible, so I chose a DCB event store.</a:t>
            </a:r>
          </a:p>
          <a:p>
            <a:r>
              <a:rPr lang="nl-NL" dirty="0"/>
              <a:t>No ready-made solution that supported the speed and time-travel functionality I sought.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9AAAA33-8DB9-5CA6-996A-E99AEC027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291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75C2-16C6-2B09-4699-B7DF9346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88A05A-12F2-EA05-56B7-7CD35930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A249BF4-5B9C-35B6-532F-27ECB476E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Just some UI technology and terminology we need to understand.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C1D693-3E32-CC62-0339-B9B2E343E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4543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CEB3-D96D-6B17-0579-E2799C56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BEAC539-BA98-7524-953E-E8B264664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37B62AA-9CAF-F065-9129-D15F7A55E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Just some UI technology and terminology we need to understand.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7622706-A2A3-71F1-40DF-DEC3E46FA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2488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C01CF-1650-DDD0-7C49-298B745F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FF3984A-87F9-AF0F-F821-1E1BB810F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CE13B31-FED0-DF5A-96BC-B5DA6CA0E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2554B2-0A52-AB5A-150E-BE53D01A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70669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4684-C92B-B6D8-CE71-246F96E1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92A88DB-F642-8A69-264F-243CB8A81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53CE3A-88A4-DC97-B0C2-D58DAF596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4409FA0-9F99-044B-31FE-66C43DD79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75555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50CD-7EF5-35DB-BC87-AB0E62C1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058EED0-5880-C617-5956-7DDA86277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C0DE26-31B7-7959-1AF7-D73D05164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9AAAA33-8DB9-5CA6-996A-E99AEC027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2291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217C-4CA3-BE21-E5AC-BEEFA0A0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2B44C5B-0BA7-0076-6D67-92C9E9909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A8E7228-120C-C73B-5D60-BBD5829D0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3423A48-4345-3235-F11E-9DA72178A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524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731E-637A-8BCA-3300-16DE1747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6ADAEF3-F76F-0F04-D3D1-751DC774B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9A2FFFC-4B7A-93AB-DE27-0C41766E9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969CC97-6FCE-80FB-AFA4-A8F5AB5D6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631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91B1-4410-2288-9631-AB5382EB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0FFDB4A-9CD9-919B-6E8B-B32D888C3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4F77430-2F06-587F-5EC8-454717F31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6020C0-2D06-7207-07E5-495F26318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012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50CD-7EF5-35DB-BC87-AB0E62C1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058EED0-5880-C617-5956-7DDA86277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C0DE26-31B7-7959-1AF7-D73D05164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9AAAA33-8DB9-5CA6-996A-E99AEC027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2291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EEA6D-8C79-994D-495E-0BB5F93A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59BCA72-90DF-9B21-8C4B-E8AC22D24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75232E8-2954-4745-E77C-75F9886BE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372F8B-9153-194E-ADAB-A20484624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544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7FA7-D4CA-5094-E255-4C8FAF48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3020F08-0946-6CE0-9AE6-CC58B398A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1ED6439-7F36-CCB0-6D07-5C7ADA3D8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811C7F6-350F-234E-C4C1-30FAF1F8A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31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1558-F6AD-33D2-EE18-79456CE2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F16AF4F-2DAE-6FAC-F797-912E80960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D0336B-7343-8C90-C283-517576825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58F618F-591F-48ED-78E8-FCC9EFEE3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14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FA71-E6AA-6B5F-D219-76152591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A5F994-DB7D-2E46-C286-EDBA1F684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D520A05-96A6-0483-B56B-AA2C5E900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8FF91CC-66BB-CF27-145B-9367A2413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789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38C5-AFA1-0E76-3B31-9B3B8BB7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37D45D8-69EB-080B-3C47-23F95DAF7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7AD4088-84C1-FF7C-C30A-043FBD3F6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B830251-6FF1-C9B5-4F3E-E9D83CFFA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32185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BD31-F95D-63D9-2017-AC3F6D76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376B64B-5F11-2E44-710F-0B793B4F3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CBA60FC-3ABF-9131-2CBD-C30658101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DEA674-711E-ACAC-68FF-63D951DD1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5657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1F444-C21C-A8BF-96BA-A02C0BB7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4396C07-B13F-59C8-13F2-35CFC1272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2D58BDF-2E5C-CC9E-9740-9013A1912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BC7BA9-1268-3F6D-4E5C-0B8EBF9A9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9863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D6D8-32EC-674E-9850-A0D52370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DA5A086-4027-0907-1E5B-56746CF19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7D1691B-531B-6FD7-2D65-C5ED37D1E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E97FBB-5793-182F-8BCF-5D32F3A89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458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F564-9ED2-AEEB-7E01-7FAA5426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C0F6494-CE52-753A-7948-E811BFE3D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0AA2C00-8902-F684-707E-B92892EC3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5D77D9-E6BC-292E-382B-D88398116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661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F984-E615-CAB3-6704-1996AE96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3D81A78-9CCF-BDE8-264B-E40DFEE94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583AAD2-CAA8-D845-B85C-47AEC6653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530178-2307-876C-06DF-BB0F18CBA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744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EDCB-71E4-848A-D3B2-2539AA66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AF8A119-8E15-1324-2874-4F2F1E8EA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BD2D013-0E48-D763-3518-F4C2C6815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5CE3862-6AE0-B907-46A7-81EF57DA6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85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9459-AE88-181F-746C-9762BEC4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4C1A316-C3DF-BF8B-632D-1CD8B01FD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278FE3F-BAC3-F04A-E258-E5FC41A1C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BD042F0-B806-2E68-0793-8652D0C75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64057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F97D-9E80-4C5D-1A9E-A8D84524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D2516E0-F4B6-60FD-96D8-D316DFE5A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F184C27-0709-755D-FFC3-C0F1D8D9A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E9B74F-0AF7-8791-211D-DE7914657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82263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BBC5-BDC0-2FB6-FD76-492E929D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C45E5B-0933-0B2D-D130-70ACAD4B5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8BC9766-CEF0-253B-FCF3-7F7043815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Actually found bug here: equals zou enkel op Type.type moeten controleren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E9CB5C7-999C-468B-CDA8-327BCC085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451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541D-C5D4-35D8-BC0F-691757EE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9C86B55-9518-DFC9-16EC-D03BC4779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E8DF621-B782-4AD1-647F-CC7569513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9B7F05-5F38-DECF-DF2D-2D20E40B5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13931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010E-6199-5FF6-E0EE-B53A380D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A6E3ABF-0939-9D34-4BF2-EEC828448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2976BB8-8066-475B-6FDB-642E4CE00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5D6686-B909-2B76-B743-EF6D67298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3376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75A54-A14D-87C1-DED9-CACCF2DB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BD4D599-BD8C-C904-31B2-DA8A83917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C445D7-03DD-704E-6B3D-32489DFD7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5CD3E0-049F-810F-D525-A282DCF60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15937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F9CD-5902-13B7-0E4A-0C640381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4FC1E5C-75E9-505B-7CDB-200EB1B01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45DFB35-FF6D-9383-81B0-86297557E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E488E2-9184-4C67-1AE8-BB136A147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841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77627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64CD-825A-DA5C-BD34-7ED99D3D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65D278B-FFE2-8B9E-87D9-79CEC965B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2C0ABAD-4022-166F-3E7C-918FCEE7F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B059EE-8C58-448C-2F85-B70BEA039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09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BD31-F95D-63D9-2017-AC3F6D76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376B64B-5F11-2E44-710F-0B793B4F3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CBA60FC-3ABF-9131-2CBD-C30658101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DEA674-711E-ACAC-68FF-63D951DD1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5657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8711-D6BE-3585-4CD9-D70D19FF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E918B78-4B86-9456-9739-12D7A23D8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D3C54FB-88B9-B7F8-CE3D-0F506CC57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BBFFB9A-9A49-9801-6784-A96ED490A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F7992-DF15-5343-88E1-6F6B982B29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631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6264-7A7D-7C56-30E6-469B4ED57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2032B-64BD-E360-37E1-3A384761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F792-CB30-6224-0DF8-439D47E3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65CCC-90B0-C687-6C6B-29D319A7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1F3DD-154E-4805-597B-79DBA96B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881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6892-9EE2-F28A-F939-C07DC8ED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13206-B8D4-E9D8-5673-0D36AF3AF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6A54-9C5D-5E4C-F504-650EBB1B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E352-2553-46A5-F0C3-DBE189D6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EABCD-162E-77C1-52F6-782EC487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094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C4C8-1760-1809-4F4B-AA2AEF25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7A3D-A415-5234-733D-8D53658A4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F280-0634-D65A-EA65-C79D5159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A408-C469-7F74-194B-64828C05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D0AA6-4DDA-2922-1829-95F8390A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729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D26A-E086-89AB-C34B-F190AC54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E8E6-A241-C4E3-E02C-B9D50BC31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0AAC4-36D8-3081-8FFB-BE885462E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62532-87D4-34E7-2606-C442E603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F262E-5BD5-8562-45AD-FED84AEF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6006B-CEF9-0FAE-B78B-BC6159B0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986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7D6E-756E-FF4A-6A3E-BB38595E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ECB17-5F84-7065-BAE0-30F31F0C4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EB063-F1EE-7201-4D23-1B301F20C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02C6F-9FDA-A174-74F9-605FA3ABD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8D268-92F9-5DEC-ADE9-4B5E04436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9ABEF2-D9FB-D7D8-F593-CBB8A32D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4DD9A-351A-EC71-69E7-7F4FF9A7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8A59-46B3-BA53-D6B1-3EE3839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003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EA39-989D-421E-6301-BBF6B185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C2B3D-ED1E-E161-BE2F-6214DFF5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E325E-228D-CEC4-E445-FB4E1D95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95E3F-E28A-A703-B1A8-BAC9B191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3257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7C240-3FFF-6A43-6133-6C903316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D0D56-A8FC-6F7F-031F-46CB6553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DB28B-30FA-A1B1-33C0-80A7C15C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5021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3AD5-6D99-6F0C-D034-654FA525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B788-7BA2-5836-490E-052F1B22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78496-1FB6-1A87-B2B2-4ECCBEA0D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72A71-7027-CF83-1CA0-81B901A7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77F7C-8E3F-74F3-8164-F39E7C9F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5FAEB-360B-A933-F6C2-A3CE5FD4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214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BDC7-CA27-4B29-8C6F-A7640033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D4048-C2F9-FA06-B9AA-488D37245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2F3B1-DFC6-0FBB-9958-9C2A953E9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EFB7C-FDA5-68E7-7DF8-0983B5E0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62720-4C15-12C5-C402-378510A4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592C5-9AFA-74BE-EF99-BFFC1334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484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6947-A2DE-BC4F-E3C2-69006098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E27FB-7A2A-DD23-425D-41340BC87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D690D-1868-E0DE-EE1E-019CD113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41571-BED4-0C3A-80FB-5BD045C4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4BCD-29FE-D162-9E64-AFF95A5C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442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C3A94-2036-E9A4-3E57-F9E364C1C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F5778-E37D-6BC2-EA17-6D65B3F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D5F7-2173-1583-7C7E-B561C91B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7A74F-C691-4290-85C5-9BF74C56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0386C-5E7D-EEFF-96DE-A1C0C6D8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56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Klik om de titelstijl van het model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4843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1649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5101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3911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572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2034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2017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6662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4148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91093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879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4D373-2EC0-302B-A472-6E13D685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64C1-4B4D-8575-C258-917744081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2225-D9AB-97EE-C83D-A366A5450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CF279-DEB3-4D87-90EC-C5EB403BCDC0}" type="datetimeFigureOut">
              <a:rPr lang="en-NL" smtClean="0"/>
              <a:t>06/11/2025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43C37-641B-5457-0181-FB587810E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F3608-C71E-C350-8299-8BD3DDED0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EE425-0EFF-4D05-B3AE-B36DAB182B5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021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E6FAA-08C5-3544-AD92-E8468CA69CA3}" type="datetimeFigureOut">
              <a:rPr lang="nl-NL" smtClean="0"/>
              <a:t>6-11-2025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EDD03-FD51-744D-A6D5-8D48B23C31A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860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AukeHaanstra/" TargetMode="External"/><Relationship Id="rId5" Type="http://schemas.openxmlformats.org/officeDocument/2006/relationships/hyperlink" Target="https://www.axoniq.io/" TargetMode="External"/><Relationship Id="rId4" Type="http://schemas.openxmlformats.org/officeDocument/2006/relationships/hyperlink" Target="https://dcb.events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20CB-1BF7-8DB3-61F8-405C911A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E0ED6100-0813-4CC3-02A2-B4ACE2E6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B1C792F2-CD7B-18DE-D6FC-45542217EAF4}"/>
              </a:ext>
            </a:extLst>
          </p:cNvPr>
          <p:cNvSpPr txBox="1"/>
          <p:nvPr/>
        </p:nvSpPr>
        <p:spPr>
          <a:xfrm>
            <a:off x="-76800" y="1"/>
            <a:ext cx="12192000" cy="830997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26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  <a:p>
            <a:pPr algn="ctr"/>
            <a:r>
              <a:rPr lang="nl-NL" sz="21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4447E4BB-E145-4576-5710-F59F6F57B857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DCFD75C7-6BED-16B0-B622-52E66F020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  <p:pic>
        <p:nvPicPr>
          <p:cNvPr id="5" name="Picture 4" descr="A screen shot of a computer game&#10;&#10;AI-generated content may be incorrect.">
            <a:extLst>
              <a:ext uri="{FF2B5EF4-FFF2-40B4-BE49-F238E27FC236}">
                <a16:creationId xmlns:a16="http://schemas.microsoft.com/office/drawing/2014/main" id="{56BEAD99-10CD-CC4C-A3DD-BB92E30E2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262" y="717774"/>
            <a:ext cx="4676337" cy="4676337"/>
          </a:xfrm>
          <a:prstGeom prst="rect">
            <a:avLst/>
          </a:prstGeom>
        </p:spPr>
      </p:pic>
      <p:pic>
        <p:nvPicPr>
          <p:cNvPr id="4" name="Picture 3" descr="A video game screen with colorful skulls and letters&#10;&#10;AI-generated content may be incorrect.">
            <a:extLst>
              <a:ext uri="{FF2B5EF4-FFF2-40B4-BE49-F238E27FC236}">
                <a16:creationId xmlns:a16="http://schemas.microsoft.com/office/drawing/2014/main" id="{6007D784-5B34-5BDC-3BB8-BA3C0F221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92775"/>
            <a:ext cx="5740800" cy="3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5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9615245E-1DFF-D234-9347-655332B57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D008563-3415-BC4A-8348-8F5D0F3BBF27}"/>
              </a:ext>
            </a:extLst>
          </p:cNvPr>
          <p:cNvSpPr txBox="1"/>
          <p:nvPr/>
        </p:nvSpPr>
        <p:spPr>
          <a:xfrm>
            <a:off x="0" y="882129"/>
            <a:ext cx="12192000" cy="3231654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Lasers:</a:t>
            </a:r>
          </a:p>
          <a:p>
            <a:pPr algn="ctr"/>
            <a:r>
              <a:rPr lang="en-US" sz="44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An Eventful Journey Through</a:t>
            </a:r>
          </a:p>
          <a:p>
            <a:pPr algn="ctr"/>
            <a:r>
              <a:rPr lang="en-US" sz="44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Time and Space </a:t>
            </a:r>
          </a:p>
          <a:p>
            <a:pPr algn="ctr"/>
            <a:endParaRPr lang="nl-NL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  <a:p>
            <a:pPr algn="ctr"/>
            <a:r>
              <a:rPr lang="nl-NL" sz="4267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06C0D66-EBED-AC14-0ECC-AAFB8810AFFF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1FC474F4-7C47-8FE3-8BCE-F7AB9B44D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3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19849D26-CB5E-4BA6-987C-226F7B23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78DC2E32-BA54-8D49-B2D9-DF9F5CC98C75}"/>
              </a:ext>
            </a:extLst>
          </p:cNvPr>
          <p:cNvSpPr/>
          <p:nvPr/>
        </p:nvSpPr>
        <p:spPr>
          <a:xfrm>
            <a:off x="318246" y="1113184"/>
            <a:ext cx="8121355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EB8F6FA-B500-0A4C-9650-A072F1ACD8B3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3670424C-DBE6-1B98-E855-40B505BCADD6}"/>
              </a:ext>
            </a:extLst>
          </p:cNvPr>
          <p:cNvSpPr txBox="1"/>
          <p:nvPr/>
        </p:nvSpPr>
        <p:spPr>
          <a:xfrm>
            <a:off x="513081" y="1310557"/>
            <a:ext cx="744157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 am I?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BC6EC988-AC84-1578-71E6-FDBE776335D1}"/>
              </a:ext>
            </a:extLst>
          </p:cNvPr>
          <p:cNvSpPr txBox="1"/>
          <p:nvPr/>
        </p:nvSpPr>
        <p:spPr>
          <a:xfrm>
            <a:off x="415664" y="2451777"/>
            <a:ext cx="81213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Auke Haanstra, consultant expert level at Pancompany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Expertise: TDD, Architecture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9 years of experience in Java development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More than 100 IT consultants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</p:txBody>
      </p:sp>
      <p:pic>
        <p:nvPicPr>
          <p:cNvPr id="7" name="Picture 6" descr="A group of men playing pool&#10;&#10;Description automatically generated">
            <a:extLst>
              <a:ext uri="{FF2B5EF4-FFF2-40B4-BE49-F238E27FC236}">
                <a16:creationId xmlns:a16="http://schemas.microsoft.com/office/drawing/2014/main" id="{7C79BEC8-94DE-706A-68B0-35D7336F3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150" y="2610926"/>
            <a:ext cx="3267451" cy="21787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AD2EB-61C5-7EF5-AB4B-2D42E7822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7019" y="1146472"/>
            <a:ext cx="3406017" cy="124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3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EBA9-2BE0-A235-0CC3-A3F858E3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E6D34969-A9E6-FB06-300F-DAA326D1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40099F55-6953-0E74-D58A-4B1911852176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0586EC2-322D-B30E-2300-678BD354B4FB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E7E64D0-BD37-AA24-4B09-1ADD2F22E8BA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Contents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A43449A9-24B3-140F-3D28-2E4B017009B6}"/>
              </a:ext>
            </a:extLst>
          </p:cNvPr>
          <p:cNvSpPr txBox="1"/>
          <p:nvPr/>
        </p:nvSpPr>
        <p:spPr>
          <a:xfrm>
            <a:off x="415664" y="2420183"/>
            <a:ext cx="111658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609585">
              <a:buFont typeface="+mj-lt"/>
              <a:buAutoNum type="arabicPeriod"/>
            </a:pPr>
            <a:r>
              <a:rPr lang="nl-NL" sz="2800" dirty="0"/>
              <a:t>Introduction</a:t>
            </a:r>
          </a:p>
          <a:p>
            <a:pPr marL="1066785" lvl="1" indent="-609585">
              <a:buFont typeface="Arial" panose="020B0604020202020204" pitchFamily="34" charset="0"/>
              <a:buChar char="•"/>
            </a:pPr>
            <a:r>
              <a:rPr lang="nl-NL" sz="2800" dirty="0"/>
              <a:t>Event Modeling</a:t>
            </a:r>
          </a:p>
          <a:p>
            <a:pPr marL="1066785" lvl="1" indent="-609585">
              <a:buFont typeface="Arial" panose="020B0604020202020204" pitchFamily="34" charset="0"/>
              <a:buChar char="•"/>
            </a:pPr>
            <a:r>
              <a:rPr lang="nl-NL" sz="2800" dirty="0"/>
              <a:t>Event Sourcing</a:t>
            </a:r>
          </a:p>
          <a:p>
            <a:pPr marL="609585" indent="-609585">
              <a:buFont typeface="+mj-lt"/>
              <a:buAutoNum type="arabicPeriod"/>
            </a:pPr>
            <a:r>
              <a:rPr lang="nl-NL" sz="2800" dirty="0"/>
              <a:t>Three slices in Space Invaders</a:t>
            </a:r>
          </a:p>
          <a:p>
            <a:pPr marL="1066785" lvl="1" indent="-609585">
              <a:buFont typeface="Arial" panose="020B0604020202020204" pitchFamily="34" charset="0"/>
              <a:buChar char="•"/>
            </a:pPr>
            <a:r>
              <a:rPr lang="nl-NL" sz="2800" dirty="0"/>
              <a:t>Move Sprite: State Change Pattern</a:t>
            </a:r>
          </a:p>
          <a:p>
            <a:pPr marL="1066785" lvl="1" indent="-609585">
              <a:buFont typeface="Arial" panose="020B0604020202020204" pitchFamily="34" charset="0"/>
              <a:buChar char="•"/>
            </a:pPr>
            <a:r>
              <a:rPr lang="nl-NL" sz="2800" dirty="0"/>
              <a:t>Get Game: State View Pattern</a:t>
            </a:r>
          </a:p>
          <a:p>
            <a:pPr marL="1066785" lvl="1" indent="-609585">
              <a:buFont typeface="Arial" panose="020B0604020202020204" pitchFamily="34" charset="0"/>
              <a:buChar char="•"/>
            </a:pPr>
            <a:r>
              <a:rPr lang="nl-NL" sz="2800" dirty="0"/>
              <a:t>Game Stopper: Automation</a:t>
            </a:r>
          </a:p>
          <a:p>
            <a:pPr marL="609585" indent="-609585">
              <a:buFont typeface="+mj-lt"/>
              <a:buAutoNum type="arabicPeriod"/>
            </a:pPr>
            <a:r>
              <a:rPr lang="nl-NL" sz="2800" dirty="0"/>
              <a:t>Time Travel and Debugging</a:t>
            </a:r>
          </a:p>
          <a:p>
            <a:pPr marL="609585" indent="-609585">
              <a:buFont typeface="+mj-lt"/>
              <a:buAutoNum type="arabicPeriod"/>
            </a:pPr>
            <a:r>
              <a:rPr lang="nl-NL" sz="2800" dirty="0"/>
              <a:t>Conclusion</a:t>
            </a:r>
          </a:p>
          <a:p>
            <a:pPr marL="609585" indent="-609585">
              <a:buFont typeface="+mj-lt"/>
              <a:buAutoNum type="arabicPeriod"/>
            </a:pPr>
            <a:endParaRPr lang="nl-NL" sz="2800" dirty="0"/>
          </a:p>
          <a:p>
            <a:endParaRPr lang="nl-NL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800" dirty="0"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7295D8F-9DE3-F081-BA8A-E615F50D9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402" y="192707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5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65FF-183E-5AEF-D547-07761E3C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F769B854-8F28-1B88-31AA-6A1F74F83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5420C413-8E66-B750-52F1-C16D19EB9E3A}"/>
              </a:ext>
            </a:extLst>
          </p:cNvPr>
          <p:cNvSpPr txBox="1"/>
          <p:nvPr/>
        </p:nvSpPr>
        <p:spPr>
          <a:xfrm>
            <a:off x="0" y="1744574"/>
            <a:ext cx="12192000" cy="913007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1. Introduction</a:t>
            </a:r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D3C6D1F-A164-6DCC-7F3F-EDEBBEE4EB95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8C6A66C3-2BA5-C8CB-6201-991D13433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D2F-D576-C657-9DCB-3A4A6556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BCF705AA-0C29-508A-975E-6E2425AB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2AC20F8-40EB-7271-75AA-1D366364B995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F1E3F15-DD62-A93A-DE98-0CB8B9DCBF0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54E1E73-1F13-1C12-03DE-804C5A67CF91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Event Modeling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1E9EC71A-86C3-0A24-B669-2AA977A9F6D2}"/>
              </a:ext>
            </a:extLst>
          </p:cNvPr>
          <p:cNvSpPr txBox="1"/>
          <p:nvPr/>
        </p:nvSpPr>
        <p:spPr>
          <a:xfrm>
            <a:off x="415664" y="2420183"/>
            <a:ext cx="111658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A method to describe a system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Resembles Event Storming (DDD)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A collaboration of Developers and Business Experts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Focuses on the flow of information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Readable, like a story, on a timeline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prstClr val="black"/>
                </a:solidFill>
                <a:latin typeface="Calibri"/>
              </a:rPr>
              <a:t>Given-When-Then specs for business rules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endParaRPr lang="nl-NL" sz="2800" dirty="0">
              <a:solidFill>
                <a:prstClr val="black"/>
              </a:solidFill>
              <a:latin typeface="Calibri"/>
            </a:endParaRPr>
          </a:p>
          <a:p>
            <a:pPr defTabSz="609585"/>
            <a:r>
              <a:rPr lang="nl-NL" sz="28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		 Saves development time</a:t>
            </a:r>
          </a:p>
          <a:p>
            <a:pPr defTabSz="609585"/>
            <a:r>
              <a:rPr lang="nl-NL" sz="28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		 Parallel development through vertical slicing</a:t>
            </a:r>
            <a:endParaRPr lang="nl-NL" sz="2800" dirty="0">
              <a:solidFill>
                <a:prstClr val="black"/>
              </a:solidFill>
              <a:latin typeface="Calibri"/>
            </a:endParaRP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endParaRPr lang="nl-NL" sz="2800" dirty="0">
              <a:solidFill>
                <a:prstClr val="black"/>
              </a:solidFill>
              <a:latin typeface="Calibri"/>
            </a:endParaRPr>
          </a:p>
          <a:p>
            <a:pPr defTabSz="609585"/>
            <a:endParaRPr lang="nl-NL" sz="2800" dirty="0">
              <a:solidFill>
                <a:prstClr val="black"/>
              </a:solidFill>
              <a:latin typeface="Calibri"/>
            </a:endParaRP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endParaRPr lang="nl-NL" sz="2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5DBA2-018F-5214-3A2B-B03659067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466" y="1121302"/>
            <a:ext cx="2452287" cy="259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BA1D-5EDB-A0DB-64D3-1ECB578D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C4775E1B-FB7E-C05A-3323-91D2DD0CE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1C80891A-DC69-5D89-43CE-E58486334CF3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AF54BF52-15EF-AC54-BA50-913EF69B7C15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CD408BCA-6F79-F035-802E-7BA07C6E2B45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Event Sourcing vs CRUD</a:t>
            </a:r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E384D99A-0357-3774-A484-847F22DBBD3D}"/>
              </a:ext>
            </a:extLst>
          </p:cNvPr>
          <p:cNvSpPr txBox="1"/>
          <p:nvPr/>
        </p:nvSpPr>
        <p:spPr>
          <a:xfrm>
            <a:off x="415664" y="2420183"/>
            <a:ext cx="111658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200" dirty="0"/>
              <a:t>CRUD: update &amp; delete old information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200" dirty="0"/>
              <a:t>In an Event Sourced system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r>
              <a:rPr lang="en-US" sz="3200" dirty="0"/>
              <a:t>every piece of information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r>
              <a:rPr lang="en-US" sz="3200" dirty="0"/>
              <a:t>every state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r>
              <a:rPr lang="en-US" sz="3200" dirty="0"/>
              <a:t>is captured by events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r>
              <a:rPr lang="en-US" sz="3200" dirty="0"/>
              <a:t>Never altered or deleted.</a:t>
            </a:r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29371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96D1-05E4-03BE-D90C-C8FF7532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954B899B-5559-7D89-0018-B3B01670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6DCAE3D3-E950-95F5-4DED-EC7BE2CE304F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D6EAA7C-6D5D-C180-7B31-DD76EE23DB89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48B297E-7A22-0820-F4B6-1F8BD4520582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Advantages of event-sourcing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3C112273-909A-E57F-9A87-CD7A37537C72}"/>
              </a:ext>
            </a:extLst>
          </p:cNvPr>
          <p:cNvSpPr txBox="1"/>
          <p:nvPr/>
        </p:nvSpPr>
        <p:spPr>
          <a:xfrm>
            <a:off x="415664" y="2420183"/>
            <a:ext cx="111658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609585">
              <a:buFont typeface="+mj-lt"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 full history of past events</a:t>
            </a:r>
          </a:p>
          <a:p>
            <a:pPr marL="1066773" lvl="1" indent="-457189" defTabSz="60958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Full audit trail</a:t>
            </a:r>
          </a:p>
          <a:p>
            <a:pPr marL="1066773" lvl="1" indent="-457189" defTabSz="60958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Time travel &amp; replay</a:t>
            </a:r>
          </a:p>
          <a:p>
            <a:pPr marL="1066773" lvl="1" indent="-457189" defTabSz="60958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Debugging &amp; forensics</a:t>
            </a:r>
          </a:p>
          <a:p>
            <a:pPr marL="1066773" lvl="1" indent="-457189" defTabSz="60958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Business insight</a:t>
            </a:r>
            <a:endParaRPr lang="nl-NL" sz="2400" dirty="0">
              <a:solidFill>
                <a:prstClr val="black"/>
              </a:solidFill>
              <a:latin typeface="Calibri"/>
            </a:endParaRPr>
          </a:p>
          <a:p>
            <a:pPr defTabSz="609585"/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defTabSz="609585"/>
            <a:r>
              <a:rPr lang="en-US" sz="2400" dirty="0">
                <a:solidFill>
                  <a:prstClr val="black"/>
                </a:solidFill>
                <a:latin typeface="Calibri"/>
              </a:rPr>
              <a:t>2.    Modularity through vertical slicing and messaging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514350" indent="-514350" defTabSz="609585">
              <a:buAutoNum type="arabicPeriod" startAt="3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Evolvable read models through CQRS</a:t>
            </a:r>
          </a:p>
          <a:p>
            <a:pPr marL="514350" indent="-514350" defTabSz="609585">
              <a:buAutoNum type="arabicPeriod" startAt="3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Evolvable write models, when using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Dynamic Consistency Boundaries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(DCB)</a:t>
            </a:r>
          </a:p>
          <a:p>
            <a:pPr marL="457189" indent="-457189" defTabSz="609585">
              <a:buFont typeface="Arial" panose="020B0604020202020204" pitchFamily="34" charset="0"/>
              <a:buChar char="•"/>
            </a:pPr>
            <a:endParaRPr lang="nl-NL" sz="2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" name="Picture 1" descr="A red rectangular object with white text&#10;&#10;AI-generated content may be incorrect.">
            <a:extLst>
              <a:ext uri="{FF2B5EF4-FFF2-40B4-BE49-F238E27FC236}">
                <a16:creationId xmlns:a16="http://schemas.microsoft.com/office/drawing/2014/main" id="{9085230C-001C-2D0E-E147-59B916A74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3768880"/>
            <a:ext cx="3011241" cy="149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65FF-183E-5AEF-D547-07761E3C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F769B854-8F28-1B88-31AA-6A1F74F83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5420C413-8E66-B750-52F1-C16D19EB9E3A}"/>
              </a:ext>
            </a:extLst>
          </p:cNvPr>
          <p:cNvSpPr txBox="1"/>
          <p:nvPr/>
        </p:nvSpPr>
        <p:spPr>
          <a:xfrm>
            <a:off x="0" y="1744574"/>
            <a:ext cx="12192000" cy="913007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2. Three slices in Space Invaders</a:t>
            </a:r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D3C6D1F-A164-6DCC-7F3F-EDEBBEE4EB95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8C6A66C3-2BA5-C8CB-6201-991D13433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3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D2F-D576-C657-9DCB-3A4A6556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BCF705AA-0C29-508A-975E-6E2425AB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2AC20F8-40EB-7271-75AA-1D366364B995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F1E3F15-DD62-A93A-DE98-0CB8B9DCBF0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54E1E73-1F13-1C12-03DE-804C5A67CF91}"/>
              </a:ext>
            </a:extLst>
          </p:cNvPr>
          <p:cNvSpPr txBox="1"/>
          <p:nvPr/>
        </p:nvSpPr>
        <p:spPr>
          <a:xfrm>
            <a:off x="513080" y="1310557"/>
            <a:ext cx="11165840" cy="202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Space Invaders</a:t>
            </a:r>
          </a:p>
          <a:p>
            <a:pPr algn="ctr" defTabSz="609585"/>
            <a:r>
              <a:rPr lang="nl-NL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A playful experiment</a:t>
            </a:r>
          </a:p>
          <a:p>
            <a:pPr algn="ctr" defTabSz="609585"/>
            <a:r>
              <a:rPr lang="nl-NL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&amp; A fun introduction into ES</a:t>
            </a:r>
          </a:p>
        </p:txBody>
      </p:sp>
      <p:pic>
        <p:nvPicPr>
          <p:cNvPr id="7" name="Picture 6" descr="A video game machine in front of a poster&#10;&#10;AI-generated content may be incorrect.">
            <a:extLst>
              <a:ext uri="{FF2B5EF4-FFF2-40B4-BE49-F238E27FC236}">
                <a16:creationId xmlns:a16="http://schemas.microsoft.com/office/drawing/2014/main" id="{04D2C89C-E699-B5A9-BF25-4B413E34B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30" y="2521311"/>
            <a:ext cx="2524125" cy="3571875"/>
          </a:xfrm>
          <a:prstGeom prst="rect">
            <a:avLst/>
          </a:prstGeom>
        </p:spPr>
      </p:pic>
      <p:pic>
        <p:nvPicPr>
          <p:cNvPr id="8" name="Picture 7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EBDEDD5C-C97A-713F-9A10-8605C7CD75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4" t="1941"/>
          <a:stretch>
            <a:fillRect/>
          </a:stretch>
        </p:blipFill>
        <p:spPr>
          <a:xfrm>
            <a:off x="3336453" y="3331559"/>
            <a:ext cx="2788046" cy="2761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734659-C786-0056-DD9C-54D79C190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685" y="3292833"/>
            <a:ext cx="2651795" cy="2800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AF22AB-0A9B-55D2-F6F3-335DFEE8F9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612" y="4001365"/>
            <a:ext cx="2545240" cy="14220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4D9831-CC2C-29F1-7321-AE203D59B532}"/>
              </a:ext>
            </a:extLst>
          </p:cNvPr>
          <p:cNvSpPr txBox="1"/>
          <p:nvPr/>
        </p:nvSpPr>
        <p:spPr>
          <a:xfrm>
            <a:off x="3678382" y="6115615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2019 Jan Bodnar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84375-73FE-D29B-C921-5BDD6896CB19}"/>
              </a:ext>
            </a:extLst>
          </p:cNvPr>
          <p:cNvSpPr txBox="1"/>
          <p:nvPr/>
        </p:nvSpPr>
        <p:spPr>
          <a:xfrm>
            <a:off x="596230" y="6135062"/>
            <a:ext cx="2555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1978 </a:t>
            </a:r>
            <a:r>
              <a:rPr lang="nl-NL" dirty="0"/>
              <a:t>Tomohiro Nishikado</a:t>
            </a:r>
            <a:endParaRPr lang="en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687829-373F-CA73-22F9-E6AB0C3166D1}"/>
              </a:ext>
            </a:extLst>
          </p:cNvPr>
          <p:cNvSpPr txBox="1"/>
          <p:nvPr/>
        </p:nvSpPr>
        <p:spPr>
          <a:xfrm>
            <a:off x="8006419" y="6129097"/>
            <a:ext cx="154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 By me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2397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92ED-8E98-FE0D-B658-E6305C1B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1208F7B8-E5A6-2EF0-C8A8-E543E7E4C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CAA539C2-42C9-5037-C7BE-1CA9838EB7E6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AF10B1F-E399-9844-95D0-80C8A1638B40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85BA236-95E6-D6B0-1DA4-2DD9D11F6B28}"/>
              </a:ext>
            </a:extLst>
          </p:cNvPr>
          <p:cNvSpPr txBox="1"/>
          <p:nvPr/>
        </p:nvSpPr>
        <p:spPr>
          <a:xfrm>
            <a:off x="513080" y="2515993"/>
            <a:ext cx="558292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Swing coordinates</a:t>
            </a:r>
          </a:p>
        </p:txBody>
      </p:sp>
      <p:pic>
        <p:nvPicPr>
          <p:cNvPr id="7" name="Picture 6" descr="A diagram of a rectangular object with text and arrows&#10;&#10;AI-generated content may be incorrect.">
            <a:extLst>
              <a:ext uri="{FF2B5EF4-FFF2-40B4-BE49-F238E27FC236}">
                <a16:creationId xmlns:a16="http://schemas.microsoft.com/office/drawing/2014/main" id="{3206C5D3-C2FE-1EA2-4ADD-2F452413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036" y="3557724"/>
            <a:ext cx="3233864" cy="2485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FDDED-8621-042A-3A3D-F785CE615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989" y="3889439"/>
            <a:ext cx="963931" cy="642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385CEA-FE88-846F-2A61-EAD04D185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9507" y="3889439"/>
            <a:ext cx="642620" cy="6426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13C419-1744-AA43-5832-0FA9CE9AC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989" y="5135002"/>
            <a:ext cx="813810" cy="8138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BDDDFE-8FC1-6818-4E41-0657C34771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835" y="4928390"/>
            <a:ext cx="340141" cy="1020422"/>
          </a:xfrm>
          <a:prstGeom prst="rect">
            <a:avLst/>
          </a:prstGeom>
        </p:spPr>
      </p:pic>
      <p:sp>
        <p:nvSpPr>
          <p:cNvPr id="15" name="Tekstvak 9">
            <a:extLst>
              <a:ext uri="{FF2B5EF4-FFF2-40B4-BE49-F238E27FC236}">
                <a16:creationId xmlns:a16="http://schemas.microsoft.com/office/drawing/2014/main" id="{3F6A7907-ADDD-352F-9E49-CBA5394AE7C5}"/>
              </a:ext>
            </a:extLst>
          </p:cNvPr>
          <p:cNvSpPr txBox="1"/>
          <p:nvPr/>
        </p:nvSpPr>
        <p:spPr>
          <a:xfrm>
            <a:off x="6221682" y="2515993"/>
            <a:ext cx="4477448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Sprites</a:t>
            </a:r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EDEAC8B7-A275-1324-D97D-F251CE663D3B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UI technology &amp; terminology</a:t>
            </a:r>
          </a:p>
        </p:txBody>
      </p:sp>
    </p:spTree>
    <p:extLst>
      <p:ext uri="{BB962C8B-B14F-4D97-AF65-F5344CB8AC3E}">
        <p14:creationId xmlns:p14="http://schemas.microsoft.com/office/powerpoint/2010/main" val="19943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A13D-6623-F564-1EC2-7631D42EA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FEFBE1FD-7825-E312-275A-608DA01C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A0930835-B73A-5E36-DE9B-AC4B08BD4E33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F460261-0C6B-0304-53FE-E49B501A9E42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2A2CEDFB-202C-7520-98FD-DCE98835CAE1}"/>
              </a:ext>
            </a:extLst>
          </p:cNvPr>
          <p:cNvSpPr txBox="1"/>
          <p:nvPr/>
        </p:nvSpPr>
        <p:spPr>
          <a:xfrm>
            <a:off x="-983053" y="3602242"/>
            <a:ext cx="558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Swing coordinates</a:t>
            </a:r>
          </a:p>
        </p:txBody>
      </p:sp>
      <p:pic>
        <p:nvPicPr>
          <p:cNvPr id="7" name="Picture 6" descr="A diagram of a rectangular object with text and arrows&#10;&#10;AI-generated content may be incorrect.">
            <a:extLst>
              <a:ext uri="{FF2B5EF4-FFF2-40B4-BE49-F238E27FC236}">
                <a16:creationId xmlns:a16="http://schemas.microsoft.com/office/drawing/2014/main" id="{2DE7BF45-BEC4-FE61-A066-95CDF1D63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4" y="4259127"/>
            <a:ext cx="2198627" cy="1689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C47084-A0E6-7F00-B747-3A2CDC12E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943" y="4144442"/>
            <a:ext cx="963931" cy="642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A1B26-C4E7-898F-9287-85E621058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004" y="4139074"/>
            <a:ext cx="642620" cy="6426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A40577-908C-8E5F-53AF-E0C5F5093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033" y="5188169"/>
            <a:ext cx="813810" cy="8138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46C727-BF1B-B51F-A444-C180AF7600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5871" y="4981557"/>
            <a:ext cx="340141" cy="1020422"/>
          </a:xfrm>
          <a:prstGeom prst="rect">
            <a:avLst/>
          </a:prstGeom>
        </p:spPr>
      </p:pic>
      <p:sp>
        <p:nvSpPr>
          <p:cNvPr id="15" name="Tekstvak 9">
            <a:extLst>
              <a:ext uri="{FF2B5EF4-FFF2-40B4-BE49-F238E27FC236}">
                <a16:creationId xmlns:a16="http://schemas.microsoft.com/office/drawing/2014/main" id="{CDF2E4B1-1744-34E2-0DF0-616AC348E2D9}"/>
              </a:ext>
            </a:extLst>
          </p:cNvPr>
          <p:cNvSpPr txBox="1"/>
          <p:nvPr/>
        </p:nvSpPr>
        <p:spPr>
          <a:xfrm>
            <a:off x="7376184" y="3346645"/>
            <a:ext cx="4477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Sprites</a:t>
            </a:r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C60F0B91-3959-5854-DB29-48EDECAC6B23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UI technology &amp; terminology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12BE78-1794-5219-EE97-798B31E65E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09" y="2234788"/>
            <a:ext cx="3426581" cy="365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6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49118-BB0E-70D7-BFDB-D1C1ACD7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04D1470F-7791-1BDE-DC51-0A88189B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CC8C89D5-32DE-2C3B-FDFB-3D7FBC5EDE21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CA3A538-9ED5-1183-8026-D2552BA93641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277B33CF-9067-6933-6E4D-2573000A204C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Game code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938A33-4292-0186-A974-D5DB21A77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288" y="2223564"/>
            <a:ext cx="7627338" cy="3996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5C2C3-1A25-B768-A35C-A138837E2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15" y="2223564"/>
            <a:ext cx="2104707" cy="2816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94031-7635-919B-8E57-AD517E671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15" y="5477500"/>
            <a:ext cx="283884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EA69-4654-04C1-17E9-809DA4CE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ACA1BCE4-4F7D-D13A-9BFF-85B43504B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358F7D35-C33A-D017-FA8A-DE70250B0BA5}"/>
              </a:ext>
            </a:extLst>
          </p:cNvPr>
          <p:cNvSpPr txBox="1"/>
          <p:nvPr/>
        </p:nvSpPr>
        <p:spPr>
          <a:xfrm>
            <a:off x="0" y="1744574"/>
            <a:ext cx="12192000" cy="2390334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2. (Slice 1) Move Sprite:</a:t>
            </a:r>
          </a:p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State Change Pattern</a:t>
            </a:r>
          </a:p>
          <a:p>
            <a:pPr algn="ctr"/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DBBC57C-7BBE-D48A-6F32-CB4DA27DA010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4EB523D7-E6D1-209B-A6F7-0FEA9CBCA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7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D2F-D576-C657-9DCB-3A4A6556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BCF705AA-0C29-508A-975E-6E2425AB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2AC20F8-40EB-7271-75AA-1D366364B995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F1E3F15-DD62-A93A-DE98-0CB8B9DCBF0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54E1E73-1F13-1C12-03DE-804C5A67CF91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State Change Pattern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38913-8E48-9E5C-FDE2-FE3EAD2F9F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290"/>
          <a:stretch>
            <a:fillRect/>
          </a:stretch>
        </p:blipFill>
        <p:spPr>
          <a:xfrm>
            <a:off x="4544170" y="2223564"/>
            <a:ext cx="3103659" cy="376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9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E4264-C1A3-2AD1-3071-10FE7872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938E180B-EB6D-5AB0-CCD4-13A72882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FE0E570F-7084-A5A6-5297-B8206F85ECEF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ADFE369-E577-DEBA-76D7-6443263F69EC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BA9EDF92-25D9-DB22-7035-E30CF3A437CD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Event Model: Move Sprite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01DC8-C84F-9968-D153-D4804F7FB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23" y="2223564"/>
            <a:ext cx="2630554" cy="41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7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3BD3-E950-3BFE-4E68-4BA1B0E7F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2E0D811B-6608-BCC6-B369-861B96D8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67988902-D838-6769-E667-788FF238AAEE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5711957-21DF-B6AF-C968-F1F5CF6652A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B1AAE44E-7FD6-615C-CCFB-CC0832F4E98E}"/>
              </a:ext>
            </a:extLst>
          </p:cNvPr>
          <p:cNvSpPr txBox="1"/>
          <p:nvPr/>
        </p:nvSpPr>
        <p:spPr>
          <a:xfrm>
            <a:off x="513080" y="117823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Syntax DCB Eventstore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FE74A806-5608-47B2-1186-E5286496F7B7}"/>
              </a:ext>
            </a:extLst>
          </p:cNvPr>
          <p:cNvSpPr txBox="1"/>
          <p:nvPr/>
        </p:nvSpPr>
        <p:spPr>
          <a:xfrm>
            <a:off x="406945" y="2127595"/>
            <a:ext cx="581473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EventStore.append(</a:t>
            </a: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Event.of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alienMoved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defTabSz="609585"/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Tags.and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("Game", "Alien:3")));</a:t>
            </a:r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(Tags.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Types.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(Tag.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Alien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"), 				Type.</a:t>
            </a:r>
            <a:r>
              <a:rPr lang="nl-NL" sz="1600" i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(“SpriteMoved"));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Query.</a:t>
            </a:r>
            <a:r>
              <a:rPr lang="en-US" sz="1600" i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taggedWith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("Game", "Alien:3")</a:t>
            </a:r>
          </a:p>
          <a:p>
            <a:pPr defTabSz="609585"/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andHavingType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SpriteCreated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SpriteMoved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defTabSz="609585"/>
            <a:endParaRPr lang="en-US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endParaRPr lang="en-US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QueryItem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laserItem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QueryItem.of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("Laser", 						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SpriteCreated.class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defTabSz="609585"/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Query.fromItems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laserItem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playerItem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2FD21712-E102-6B1C-708D-92E116800190}"/>
              </a:ext>
            </a:extLst>
          </p:cNvPr>
          <p:cNvSpPr txBox="1"/>
          <p:nvPr/>
        </p:nvSpPr>
        <p:spPr>
          <a:xfrm>
            <a:off x="6123710" y="2122085"/>
            <a:ext cx="558292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Append event with tags 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and 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Alien:3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.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09585"/>
            <a:r>
              <a:rPr lang="nl-NL" sz="1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EventStore.read(Query query)</a:t>
            </a:r>
            <a:r>
              <a:rPr lang="nl-NL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All events will match.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Events tagged with “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Alien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and having type “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SpriteMoved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will match.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Events tagged with “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</a:t>
            </a:r>
            <a:r>
              <a:rPr lang="nl-NL" sz="1600" b="1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AND 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“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Alien:3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and having type “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SpriteCreated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</a:t>
            </a:r>
            <a:r>
              <a:rPr lang="nl-NL" sz="1600" b="1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OR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“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SpriteMoved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”will match.</a:t>
            </a:r>
          </a:p>
          <a:p>
            <a:pPr defTabSz="609585"/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  <a:p>
            <a:pPr defTabSz="609585"/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Events tagged with “</a:t>
            </a:r>
            <a:r>
              <a:rPr lang="en-US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” of type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SpriteCreated.class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will match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laserItem</a:t>
            </a:r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.</a:t>
            </a:r>
          </a:p>
          <a:p>
            <a:pPr defTabSz="609585"/>
            <a:r>
              <a:rPr lang="nl-NL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Events matching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laserItem</a:t>
            </a:r>
            <a:r>
              <a:rPr lang="en-US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OR</a:t>
            </a:r>
            <a:r>
              <a:rPr lang="en-US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playerItem</a:t>
            </a:r>
            <a:r>
              <a:rPr lang="en-US" sz="16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, will match.</a:t>
            </a:r>
            <a:endParaRPr lang="nl-NL" sz="1600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8D3E62-8268-3AEF-6642-BDDFE4E43C96}"/>
              </a:ext>
            </a:extLst>
          </p:cNvPr>
          <p:cNvGrpSpPr/>
          <p:nvPr/>
        </p:nvGrpSpPr>
        <p:grpSpPr>
          <a:xfrm>
            <a:off x="9518074" y="1178237"/>
            <a:ext cx="2136602" cy="1120203"/>
            <a:chOff x="9518074" y="1178237"/>
            <a:chExt cx="2136602" cy="11202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23CBEF-EB22-3ACE-331F-F7D804C3C247}"/>
                </a:ext>
              </a:extLst>
            </p:cNvPr>
            <p:cNvSpPr/>
            <p:nvPr/>
          </p:nvSpPr>
          <p:spPr>
            <a:xfrm>
              <a:off x="9518074" y="1178237"/>
              <a:ext cx="1174172" cy="91300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Sprite</a:t>
              </a:r>
            </a:p>
            <a:p>
              <a:pPr algn="ctr"/>
              <a:r>
                <a:rPr lang="en-US" dirty="0"/>
                <a:t>Moved</a:t>
              </a:r>
              <a:endParaRPr lang="en-NL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389A101-BB21-69C3-6568-68EEE38B8F9D}"/>
                </a:ext>
              </a:extLst>
            </p:cNvPr>
            <p:cNvSpPr/>
            <p:nvPr/>
          </p:nvSpPr>
          <p:spPr>
            <a:xfrm>
              <a:off x="10536381" y="1319186"/>
              <a:ext cx="1090584" cy="4494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Game</a:t>
              </a:r>
              <a:endParaRPr lang="en-NL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AD34CB4-F535-7D00-8DC1-587F3171E583}"/>
                </a:ext>
              </a:extLst>
            </p:cNvPr>
            <p:cNvSpPr/>
            <p:nvPr/>
          </p:nvSpPr>
          <p:spPr>
            <a:xfrm>
              <a:off x="10564092" y="1848960"/>
              <a:ext cx="1090584" cy="4494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Alien:3</a:t>
              </a:r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97195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3099-5F15-7C23-DA3E-12C3363F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0DBB06D2-5E80-CFBE-6707-DCC5698E6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FCAECF8A-F7C0-D891-1874-495D5E69FF6C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1AC9344-34C3-D726-71F5-EE026D32279B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146FFB81-3401-7EB3-7AB7-6CA30CAE4E66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Implementing Move Sprite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40642-FE0E-BABB-6029-7FE141073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81" y="2689544"/>
            <a:ext cx="7706801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D2F-D576-C657-9DCB-3A4A6556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BCF705AA-0C29-508A-975E-6E2425AB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2AC20F8-40EB-7271-75AA-1D366364B995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F1E3F15-DD62-A93A-DE98-0CB8B9DCBF0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54E1E73-1F13-1C12-03DE-804C5A67CF91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State Change Pattern: Architecture</a:t>
            </a: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2BBE7C7B-BF16-89AF-30C1-E7C72DF2E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05" y="2420937"/>
            <a:ext cx="9943953" cy="361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2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A631-5586-B637-6E16-01BCC4F0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34B00A09-AE6C-EFBD-208F-7D36D43C2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06F94127-38C8-AEF0-4787-B02972920585}"/>
              </a:ext>
            </a:extLst>
          </p:cNvPr>
          <p:cNvSpPr txBox="1"/>
          <p:nvPr/>
        </p:nvSpPr>
        <p:spPr>
          <a:xfrm>
            <a:off x="0" y="1744574"/>
            <a:ext cx="12192000" cy="2390334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2. (Slice 2) </a:t>
            </a:r>
            <a:r>
              <a:rPr lang="en-US" sz="5333" b="1" dirty="0" err="1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GetGame</a:t>
            </a:r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:</a:t>
            </a:r>
          </a:p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State View Pattern</a:t>
            </a:r>
          </a:p>
          <a:p>
            <a:pPr algn="ctr"/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F1C704A-CEB5-0A9A-8752-DFA065ECECBE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37A4BCD7-541B-03A4-5023-739D06698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7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0BBA-F79E-D9C3-C628-DE5AB56B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7DED0313-025E-7640-B7F7-FECBFF66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4EBEB78-9CF8-BDE5-5777-BBAE4813ECE8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EF27BD4-E4C8-85DC-25B5-901441E23295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1B6EB157-F299-8958-A1BA-1E9EED0C8E81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The State View Pattern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F7051F-8E9D-508A-F954-709CEECBF6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80" r="48685"/>
          <a:stretch>
            <a:fillRect/>
          </a:stretch>
        </p:blipFill>
        <p:spPr>
          <a:xfrm>
            <a:off x="4656268" y="2223564"/>
            <a:ext cx="3130827" cy="376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8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7D4F-A326-C08C-9F68-341D4C18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E7AEEBDA-B55B-E7CD-EDDB-4E601AE5E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BCF319B1-7358-9227-39D9-5CCDE915425D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87BE2DD-B157-69BF-8A17-B9099CD976F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7EAAEF25-CDE0-73CB-E147-D41FDB5038DD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Event Model: Get Game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64C013-6CD0-FF0F-40CD-DCB343765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44" y="2223564"/>
            <a:ext cx="3161711" cy="409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17AA-0134-BDC1-C161-EEE19CF5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FB143F37-308C-5415-D0F8-3D7C8A800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F084183D-9420-5C79-1051-3AE523CD9288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ED438F5-1B0B-12AD-68CD-78A6DC20A5B8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5A02F5BD-0C8F-AF8E-4E4D-18B47AF6C4F8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Implementing Get Game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00ED21-433C-600B-72A8-91157570A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916" y="2974626"/>
            <a:ext cx="711616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1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8824-EEDF-4F52-C4B9-67AD61EF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0ADD136D-2B25-403F-C080-E0C4B1A4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02C9E328-F309-5EC7-F312-8A36BBD7C3F3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3BF6FE3-6690-ECF6-723D-07FD7D997327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CEBAEA9E-AE92-3536-990F-7975D65FF861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State View Pattern: Architecture</a:t>
            </a:r>
          </a:p>
        </p:txBody>
      </p:sp>
      <p:pic>
        <p:nvPicPr>
          <p:cNvPr id="14" name="Picture 13" descr="A diagram of a person's data&#10;&#10;AI-generated content may be incorrect.">
            <a:extLst>
              <a:ext uri="{FF2B5EF4-FFF2-40B4-BE49-F238E27FC236}">
                <a16:creationId xmlns:a16="http://schemas.microsoft.com/office/drawing/2014/main" id="{383C277C-C149-3A85-C849-42D0C7FC2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2223564"/>
            <a:ext cx="101060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0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FB3F-119B-562E-F677-D706AED4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9D895EB9-57FF-D1E5-55B7-2037CAFE3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7DFC80FD-B86D-4AC9-8D11-F3B6C0C8BB46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C51BA2F-9F6C-55EC-DBCF-953F3470DF6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83BCC0B-DBDF-B5FA-B918-600F5BC0D7B9}"/>
              </a:ext>
            </a:extLst>
          </p:cNvPr>
          <p:cNvSpPr txBox="1"/>
          <p:nvPr/>
        </p:nvSpPr>
        <p:spPr>
          <a:xfrm>
            <a:off x="513080" y="1310556"/>
            <a:ext cx="1116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CQRS, Architecture and responsibilities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C12F8C2B-E14C-7C1D-D88D-81438F6D5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200" y="2235115"/>
            <a:ext cx="9346120" cy="42722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80FF06-523E-A39D-FC69-31595BB1648F}"/>
              </a:ext>
            </a:extLst>
          </p:cNvPr>
          <p:cNvSpPr/>
          <p:nvPr/>
        </p:nvSpPr>
        <p:spPr>
          <a:xfrm rot="20759204">
            <a:off x="2695332" y="3711643"/>
            <a:ext cx="1620764" cy="779765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609585"/>
            <a:r>
              <a:rPr lang="en-US" sz="4267" dirty="0">
                <a:ln w="0"/>
                <a:solidFill>
                  <a:srgbClr val="4F81B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CQRS!</a:t>
            </a:r>
          </a:p>
        </p:txBody>
      </p:sp>
    </p:spTree>
    <p:extLst>
      <p:ext uri="{BB962C8B-B14F-4D97-AF65-F5344CB8AC3E}">
        <p14:creationId xmlns:p14="http://schemas.microsoft.com/office/powerpoint/2010/main" val="280419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A6A72-2C31-EA34-29AF-168663FA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87E23806-8623-46AE-204A-664D7D0C4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C6BA40BB-BDDB-EA8B-5421-1478ECEADC04}"/>
              </a:ext>
            </a:extLst>
          </p:cNvPr>
          <p:cNvSpPr txBox="1"/>
          <p:nvPr/>
        </p:nvSpPr>
        <p:spPr>
          <a:xfrm>
            <a:off x="0" y="1744574"/>
            <a:ext cx="12192000" cy="2390334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2. (Slice 3) Game Stopper:</a:t>
            </a:r>
          </a:p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Automation</a:t>
            </a:r>
          </a:p>
          <a:p>
            <a:pPr algn="ctr"/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8834794-5A6C-7804-BB7C-F2CCBB032DA9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3236ED96-E08B-AA57-A8F7-2870D2808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3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6DB87-DDF6-1A89-D633-9D08188C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D2BC5775-29A5-A97E-BB3D-D21DD3025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CE018C64-0766-619A-DF5B-8CBBD3A0DC2D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1901944-CE61-F42D-2F76-0CC5745919E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9B39DA51-342B-5BCF-60C3-36D9491A1274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The Automation Pattern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83B9E0-7C15-7BAF-35B8-D8C68212D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35" r="23859"/>
          <a:stretch>
            <a:fillRect/>
          </a:stretch>
        </p:blipFill>
        <p:spPr>
          <a:xfrm>
            <a:off x="4760629" y="2223564"/>
            <a:ext cx="2922105" cy="376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8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0D11-6B76-D873-34E7-5EBE10E5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AB88E6CA-551A-0193-EA39-32DA6AC55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8C5AB494-09FC-3F97-2494-F1FB744686EE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AAA7CB4-DCC2-5EFD-109C-658942DCE7FA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7B0B57B9-03EB-107E-8A0E-3D98EB9A4607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Event Model: Game Stopper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CAC95-C8E6-FEF3-CF03-C3EE0A1C2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738" y="2223564"/>
            <a:ext cx="3066523" cy="39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9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D572-2577-03C8-3902-5FF81D51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C66B28AB-4986-7C6B-AE34-18330815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E43C9F6-EFCB-4D5B-A154-6151FFE34F34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DA3BB79-5D6F-E62B-0C7D-6EC8627C0996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D51F6A78-20CE-73C2-3A0C-D8146DEB5BD9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Event Sourcing: Semantics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1AE8636A-C90A-0CFA-8713-0F01FE17B8D1}"/>
              </a:ext>
            </a:extLst>
          </p:cNvPr>
          <p:cNvSpPr txBox="1"/>
          <p:nvPr/>
        </p:nvSpPr>
        <p:spPr>
          <a:xfrm>
            <a:off x="415664" y="2420183"/>
            <a:ext cx="111658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Command: intend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Command handler: decide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Event: fact/decision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Event handler: react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3200" dirty="0"/>
              <a:t>Command: intend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  <a:p>
            <a:endParaRPr lang="nl-NL" sz="32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3200" dirty="0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F4779E60-FA23-E6CA-EDD9-4480EC212E6C}"/>
              </a:ext>
            </a:extLst>
          </p:cNvPr>
          <p:cNvSpPr/>
          <p:nvPr/>
        </p:nvSpPr>
        <p:spPr>
          <a:xfrm rot="16200000">
            <a:off x="3404801" y="3184004"/>
            <a:ext cx="3620799" cy="17616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87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56E6-5756-D8CE-C146-4E65C649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5B43C77D-F5E9-258F-7526-CC9A85D8C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6133804B-3084-E479-D72B-C001EBAA5CBD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6DA4E63-1AF8-229E-8CA4-8521BA764C52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84517CC5-5F87-3E3A-BA62-7E67BCA87DD3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Implementing Game Stopper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FDDD32-6477-142A-F998-EAD8C7699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427" y="2857500"/>
            <a:ext cx="7491146" cy="28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9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B411-26A0-7C3F-5BE4-BCE80F36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7F5DDC5B-6E42-1B23-EE54-2A838E344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58E4DEDA-9373-223C-C1AF-5E8CF800841F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9135502-B87B-6806-A131-58CB3210D242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52AFFC81-2FCC-A8D3-0B96-2F2F134446FE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Automation Pattern: Architecture</a:t>
            </a:r>
          </a:p>
        </p:txBody>
      </p:sp>
      <p:pic>
        <p:nvPicPr>
          <p:cNvPr id="2" name="Picture 1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76BE15A7-B12A-012D-8157-0349A6715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00" y="2393291"/>
            <a:ext cx="10448399" cy="283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A11D-3015-D9D8-523A-5679BB05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schermopname, Graphics, Multimediasoftware, Computerspel&#10;&#10;Door AI gegenereerde inhoud is mogelijk onjuist.">
            <a:extLst>
              <a:ext uri="{FF2B5EF4-FFF2-40B4-BE49-F238E27FC236}">
                <a16:creationId xmlns:a16="http://schemas.microsoft.com/office/drawing/2014/main" id="{0DC84B9E-FC61-87A2-76DC-AD8E592DD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04009849-434B-BFD7-4B22-6474F81C765C}"/>
              </a:ext>
            </a:extLst>
          </p:cNvPr>
          <p:cNvSpPr txBox="1"/>
          <p:nvPr/>
        </p:nvSpPr>
        <p:spPr>
          <a:xfrm>
            <a:off x="0" y="1744574"/>
            <a:ext cx="12192000" cy="913007"/>
          </a:xfrm>
          <a:prstGeom prst="rect">
            <a:avLst/>
          </a:prstGeom>
          <a:noFill/>
          <a:ln>
            <a:noFill/>
          </a:ln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333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3. Time Travel and Debugging</a:t>
            </a:r>
            <a:endParaRPr lang="nl-NL" sz="4267" b="1" dirty="0">
              <a:solidFill>
                <a:srgbClr val="98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C86FF10-EE4C-E8B5-E43B-84BE14C4FC52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3" name="Afbeelding 2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D30BEDF6-3964-DEE8-2184-F630BCABD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0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1A70-AF76-D320-B001-3645CD6E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F9921957-48BB-5727-D50B-023F84BC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1943A4B4-2FC0-CE52-E3A6-A1AE421522CF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A71F35A-8482-3E95-4C26-148FCD642177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E78EADB2-5E17-80B7-0271-94E3DE1D4E3F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Debugging with Space Invaders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ECD685-BB7B-53A5-6D8C-0AB544AF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18" y="2306637"/>
            <a:ext cx="8724928" cy="38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6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A152-A00B-6128-0146-E3213C74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FE29C49E-4BBF-4382-852D-3ACBE39CA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923682E4-D191-6808-B56C-57144DC3EA56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5CF3165-5A1B-625F-EB37-18EFF142F8B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A46B24D3-010C-E7A0-2973-EC001B92F66D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Travel with Space Invaders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72D4FC-50BF-2119-788B-D76750E65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254" y="2420937"/>
            <a:ext cx="6772855" cy="3930120"/>
          </a:xfrm>
          <a:prstGeom prst="rect">
            <a:avLst/>
          </a:prstGeom>
        </p:spPr>
      </p:pic>
      <p:pic>
        <p:nvPicPr>
          <p:cNvPr id="6" name="Picture 5" descr="A cartoon character holding a wand and a hat&#10;&#10;AI-generated content may be incorrect.">
            <a:extLst>
              <a:ext uri="{FF2B5EF4-FFF2-40B4-BE49-F238E27FC236}">
                <a16:creationId xmlns:a16="http://schemas.microsoft.com/office/drawing/2014/main" id="{E41103E4-824D-44ED-60AD-85D6B5357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386" y="5029682"/>
            <a:ext cx="1285386" cy="128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6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DB5E-005C-E468-0D07-3FE57FD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20BE5ABD-8A59-F459-C2B9-108666EA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B795DA61-6E50-23FE-4958-C3ED01121CB4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4299D62-EB7E-E4CF-F958-B070EE229F42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63935555-F0AE-F55B-6B17-17D146B581ED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Travel with Space Invaders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604B1-D82A-9011-2F48-D3F5F2961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254" y="2420937"/>
            <a:ext cx="6772855" cy="393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8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7073-5275-B013-6048-A8D5E8BD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0470F24C-1B45-06E8-1392-A8032B71B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4A75C6C8-3B94-F39B-6637-EE70E2793C9A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6C2CAE4-C6C0-753B-DF0B-4A7709B74A2E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B2087197-ECF0-21E3-F2F7-E9DD15330F84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53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Conclusions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52987D10-CD69-C734-CAF7-5BB094EC55E3}"/>
              </a:ext>
            </a:extLst>
          </p:cNvPr>
          <p:cNvSpPr txBox="1"/>
          <p:nvPr/>
        </p:nvSpPr>
        <p:spPr>
          <a:xfrm>
            <a:off x="415664" y="2420183"/>
            <a:ext cx="11165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You can create a game with Event Sourcing, </a:t>
            </a:r>
            <a:r>
              <a:rPr lang="nl-NL" sz="2400" b="1" dirty="0"/>
              <a:t>but...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Eventsourcing at </a:t>
            </a:r>
            <a:r>
              <a:rPr lang="nl-NL" sz="2400" i="1" dirty="0"/>
              <a:t>regular game cycles </a:t>
            </a:r>
            <a:r>
              <a:rPr lang="nl-NL" sz="2400" dirty="0"/>
              <a:t>becomes problematic when eventstore size increases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r>
              <a:rPr lang="nl-NL" sz="2400" i="1" dirty="0"/>
              <a:t>Snapshotting</a:t>
            </a:r>
            <a:r>
              <a:rPr lang="nl-NL" sz="2400" dirty="0"/>
              <a:t> will be required over longer periods</a:t>
            </a:r>
          </a:p>
          <a:p>
            <a:pPr marL="914389" lvl="1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An event sourced application is very modular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Micro-testing with vertical slices is very easy!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DCB is very flexible and ideal for cross-entity Game rules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Time Travel is really cool and not difficult to use</a:t>
            </a:r>
          </a:p>
          <a:p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31281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D39F-F4FD-3213-14EF-712B7102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CC9B0D1B-FA77-8BA5-F510-C5CDC2B16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921803C5-18B2-E544-8951-820CD0C336DF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3E7067F-F40E-4547-2A53-AAEC50135E41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Auke Haanstra ∙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Sourcing Aliens and Lasers</a:t>
            </a:r>
            <a:endParaRPr kumimoji="0" lang="nl-NL" sz="3200" b="1" i="0" u="none" strike="noStrike" kern="1200" cap="none" spc="0" normalizeH="0" baseline="0" noProof="0" dirty="0">
              <a:ln>
                <a:noFill/>
              </a:ln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401A2BD3-FBE0-6E13-1E26-EA6997426B5F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333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Reading suggestions</a:t>
            </a:r>
          </a:p>
        </p:txBody>
      </p:sp>
      <p:sp>
        <p:nvSpPr>
          <p:cNvPr id="6" name="Tekstvak 9">
            <a:extLst>
              <a:ext uri="{FF2B5EF4-FFF2-40B4-BE49-F238E27FC236}">
                <a16:creationId xmlns:a16="http://schemas.microsoft.com/office/drawing/2014/main" id="{546857F7-418D-AFEC-D429-9B146298C449}"/>
              </a:ext>
            </a:extLst>
          </p:cNvPr>
          <p:cNvSpPr txBox="1"/>
          <p:nvPr/>
        </p:nvSpPr>
        <p:spPr>
          <a:xfrm>
            <a:off x="415664" y="2420183"/>
            <a:ext cx="748505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Eventmodeling.org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3200" dirty="0">
                <a:solidFill>
                  <a:prstClr val="black"/>
                </a:solidFill>
                <a:latin typeface="Calibri"/>
              </a:rPr>
              <a:t>Martin Dilger’s book: Understanding Eventsourcing</a:t>
            </a:r>
          </a:p>
          <a:p>
            <a:pPr marL="457189" lvl="0" indent="-457189">
              <a:buFont typeface="Arial" panose="020B0604020202020204" pitchFamily="34" charset="0"/>
              <a:buChar char="•"/>
            </a:pPr>
            <a:r>
              <a:rPr lang="nl-NL" sz="3200" dirty="0">
                <a:solidFill>
                  <a:prstClr val="black"/>
                </a:solidFill>
                <a:hlinkClick r:id="rId4"/>
              </a:rPr>
              <a:t>https://dcb.events/</a:t>
            </a:r>
            <a:endParaRPr kumimoji="0" lang="nl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189" lvl="0" indent="-457189">
              <a:buFont typeface="Arial" panose="020B0604020202020204" pitchFamily="34" charset="0"/>
              <a:buChar char="•"/>
            </a:pPr>
            <a:r>
              <a:rPr lang="nl-NL" sz="3200" dirty="0">
                <a:solidFill>
                  <a:prstClr val="black"/>
                </a:solidFill>
              </a:rPr>
              <a:t>Axon Framework and Server, see </a:t>
            </a:r>
            <a:r>
              <a:rPr lang="nl-NL" sz="3200" dirty="0">
                <a:solidFill>
                  <a:prstClr val="black"/>
                </a:solidFill>
                <a:hlinkClick r:id="rId5"/>
              </a:rPr>
              <a:t>https://www.axoniq.io/</a:t>
            </a:r>
            <a:endParaRPr lang="nl-NL" sz="3200" dirty="0">
              <a:solidFill>
                <a:prstClr val="black"/>
              </a:solidFill>
            </a:endParaRPr>
          </a:p>
          <a:p>
            <a:pPr marL="457189" lvl="0" indent="-457189">
              <a:buFont typeface="Arial" panose="020B0604020202020204" pitchFamily="34" charset="0"/>
              <a:buChar char="•"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 GitHub page:</a:t>
            </a:r>
            <a:r>
              <a:rPr lang="nl-NL" sz="3200" dirty="0">
                <a:solidFill>
                  <a:prstClr val="black"/>
                </a:solidFill>
              </a:rPr>
              <a:t> </a:t>
            </a:r>
            <a:r>
              <a:rPr lang="nl-NL" sz="3200" dirty="0">
                <a:solidFill>
                  <a:prstClr val="black"/>
                </a:solidFill>
                <a:hlinkClick r:id="rId6"/>
              </a:rPr>
              <a:t>https://github.com/AukeHaanstra/</a:t>
            </a:r>
            <a:endParaRPr kumimoji="0" lang="nl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68F1FF-2E16-BF13-C5D5-3650258CC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967" y="2106659"/>
            <a:ext cx="3390248" cy="328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5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schermopname, Graphics, grafische vormgeving, tekenfilm&#10;&#10;Door AI gegenereerde inhoud is mogelijk onjuist.">
            <a:extLst>
              <a:ext uri="{FF2B5EF4-FFF2-40B4-BE49-F238E27FC236}">
                <a16:creationId xmlns:a16="http://schemas.microsoft.com/office/drawing/2014/main" id="{0B16FDE2-8E3E-1734-FD40-57A7A7632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D008563-3415-BC4A-8348-8F5D0F3BBF27}"/>
              </a:ext>
            </a:extLst>
          </p:cNvPr>
          <p:cNvSpPr txBox="1"/>
          <p:nvPr/>
        </p:nvSpPr>
        <p:spPr>
          <a:xfrm>
            <a:off x="0" y="1744574"/>
            <a:ext cx="12192000" cy="1733873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nl-NL" sz="6400" b="1" dirty="0" err="1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Thanks</a:t>
            </a:r>
            <a:r>
              <a:rPr lang="nl-NL" sz="64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6400" b="1" dirty="0" err="1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for</a:t>
            </a:r>
            <a:r>
              <a:rPr lang="nl-NL" sz="64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6400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your</a:t>
            </a:r>
            <a:r>
              <a:rPr lang="nl-NL" sz="64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attention</a:t>
            </a:r>
          </a:p>
          <a:p>
            <a:pPr algn="ctr"/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Please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rate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my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session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in </a:t>
            </a:r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the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J-</a:t>
            </a:r>
            <a:r>
              <a:rPr lang="nl-NL" sz="4267" b="1" dirty="0" err="1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Fall</a:t>
            </a:r>
            <a:r>
              <a:rPr lang="nl-NL" sz="4267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app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41B1E43-7897-BCDE-21A9-B0CD7302654C}"/>
              </a:ext>
            </a:extLst>
          </p:cNvPr>
          <p:cNvSpPr txBox="1"/>
          <p:nvPr/>
        </p:nvSpPr>
        <p:spPr>
          <a:xfrm>
            <a:off x="10980232" y="6077183"/>
            <a:ext cx="104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Slack-Lato"/>
              </a:rPr>
              <a:t># </a:t>
            </a:r>
            <a:r>
              <a:rPr lang="nl-NL" sz="2400" dirty="0" err="1">
                <a:solidFill>
                  <a:schemeClr val="bg1"/>
                </a:solidFill>
                <a:latin typeface="Slack-Lato"/>
              </a:rPr>
              <a:t>jfall</a:t>
            </a:r>
            <a:r>
              <a:rPr lang="nl-NL" sz="2400" dirty="0">
                <a:solidFill>
                  <a:schemeClr val="bg1"/>
                </a:solidFill>
                <a:latin typeface="Slack-Lato"/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</p:txBody>
      </p:sp>
      <p:pic>
        <p:nvPicPr>
          <p:cNvPr id="2" name="Afbeelding 1" descr="Afbeelding met lijn, symbool, Graphics, wit&#10;&#10;Automatisch gegenereerde beschrijving">
            <a:extLst>
              <a:ext uri="{FF2B5EF4-FFF2-40B4-BE49-F238E27FC236}">
                <a16:creationId xmlns:a16="http://schemas.microsoft.com/office/drawing/2014/main" id="{DF40B588-499A-7C13-8BE3-830D78123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63" y="6179010"/>
            <a:ext cx="319624" cy="2887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5E77A43-222F-3F9E-7BC9-B031BE913AAE}"/>
              </a:ext>
            </a:extLst>
          </p:cNvPr>
          <p:cNvGrpSpPr/>
          <p:nvPr/>
        </p:nvGrpSpPr>
        <p:grpSpPr>
          <a:xfrm>
            <a:off x="238013" y="3642872"/>
            <a:ext cx="4401782" cy="3013904"/>
            <a:chOff x="451212" y="2883352"/>
            <a:chExt cx="3301336" cy="22604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8D087D4-F148-02AF-7A68-8066338C8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629" y="2883352"/>
              <a:ext cx="1900295" cy="184736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06185E9-3531-0A1A-769A-AB1F0CDCCB28}"/>
                </a:ext>
              </a:extLst>
            </p:cNvPr>
            <p:cNvSpPr txBox="1"/>
            <p:nvPr/>
          </p:nvSpPr>
          <p:spPr>
            <a:xfrm>
              <a:off x="451212" y="4797531"/>
              <a:ext cx="330133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https://github.com/AukeHaanstra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53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E76706-B663-FE36-2E6D-F44108CC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00F5AF47-73FF-2A77-4169-DE4553F46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23C2A12D-0F2A-AF7D-C426-55017034977A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1FE0FE4-AFBC-2DF7-6BD1-4CD624EE0BAC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pic>
        <p:nvPicPr>
          <p:cNvPr id="7" name="Picture 6" descr="A diagram of a project&#10;&#10;AI-generated content may be incorrect.">
            <a:extLst>
              <a:ext uri="{FF2B5EF4-FFF2-40B4-BE49-F238E27FC236}">
                <a16:creationId xmlns:a16="http://schemas.microsoft.com/office/drawing/2014/main" id="{78D9E114-7D29-1ACB-B11E-F3AF6246D5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5" t="9997" r="4193" b="14175"/>
          <a:stretch>
            <a:fillRect/>
          </a:stretch>
        </p:blipFill>
        <p:spPr>
          <a:xfrm>
            <a:off x="1412240" y="1162612"/>
            <a:ext cx="8991600" cy="52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83FB3F-119B-562E-F677-D706AED4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9D895EB9-57FF-D1E5-55B7-2037CAFE3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7DFC80FD-B86D-4AC9-8D11-F3B6C0C8BB46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C51BA2F-9F6C-55EC-DBCF-953F3470DF64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83BCC0B-DBDF-B5FA-B918-600F5BC0D7B9}"/>
              </a:ext>
            </a:extLst>
          </p:cNvPr>
          <p:cNvSpPr txBox="1"/>
          <p:nvPr/>
        </p:nvSpPr>
        <p:spPr>
          <a:xfrm>
            <a:off x="513080" y="1310556"/>
            <a:ext cx="1116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Architecture, patterns and responsibilities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C12F8C2B-E14C-7C1D-D88D-81438F6D5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200" y="2235115"/>
            <a:ext cx="9346120" cy="42722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80FF06-523E-A39D-FC69-31595BB1648F}"/>
              </a:ext>
            </a:extLst>
          </p:cNvPr>
          <p:cNvSpPr/>
          <p:nvPr/>
        </p:nvSpPr>
        <p:spPr>
          <a:xfrm rot="20759204">
            <a:off x="2695332" y="3711643"/>
            <a:ext cx="1620764" cy="779765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609585"/>
            <a:r>
              <a:rPr lang="en-US" sz="4267" dirty="0">
                <a:ln w="0"/>
                <a:solidFill>
                  <a:srgbClr val="4F81B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CQRS!</a:t>
            </a:r>
          </a:p>
        </p:txBody>
      </p:sp>
    </p:spTree>
    <p:extLst>
      <p:ext uri="{BB962C8B-B14F-4D97-AF65-F5344CB8AC3E}">
        <p14:creationId xmlns:p14="http://schemas.microsoft.com/office/powerpoint/2010/main" val="383799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F601D3-1535-B00D-AB27-F3449B4D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52520B3F-D6B4-8A9A-2195-2B3E9413A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BED851DC-2BC7-1671-E915-5AC8B621E9B8}"/>
              </a:ext>
            </a:extLst>
          </p:cNvPr>
          <p:cNvSpPr/>
          <p:nvPr/>
        </p:nvSpPr>
        <p:spPr>
          <a:xfrm>
            <a:off x="318247" y="1113184"/>
            <a:ext cx="11555507" cy="5394193"/>
          </a:xfrm>
          <a:prstGeom prst="roundRect">
            <a:avLst>
              <a:gd name="adj" fmla="val 2176"/>
            </a:avLst>
          </a:prstGeom>
          <a:solidFill>
            <a:schemeClr val="bg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nl-NL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9590684-2B8E-C594-40FC-DD7D83361842}"/>
              </a:ext>
            </a:extLst>
          </p:cNvPr>
          <p:cNvSpPr txBox="1"/>
          <p:nvPr/>
        </p:nvSpPr>
        <p:spPr>
          <a:xfrm>
            <a:off x="195943" y="223375"/>
            <a:ext cx="12051479" cy="584775"/>
          </a:xfrm>
          <a:prstGeom prst="rect">
            <a:avLst/>
          </a:prstGeom>
          <a:noFill/>
          <a:effectLst>
            <a:outerShdw blurRad="508000" dist="73047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defTabSz="609585"/>
            <a:r>
              <a:rPr lang="nl-NL" sz="3200" b="1" dirty="0">
                <a:solidFill>
                  <a:srgbClr val="99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Auke Haanstra ∙ </a:t>
            </a:r>
            <a:r>
              <a:rPr lang="en-US" sz="3200" b="1" dirty="0">
                <a:solidFill>
                  <a:srgbClr val="98BCCE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  <a:latin typeface="Calibri"/>
              </a:rPr>
              <a:t>Sourcing Aliens and Lasers</a:t>
            </a:r>
            <a:endParaRPr lang="nl-NL" sz="3200" b="1" dirty="0">
              <a:solidFill>
                <a:srgbClr val="99BCCE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  <a:latin typeface="Calibri"/>
            </a:endParaRPr>
          </a:p>
        </p:txBody>
      </p:sp>
      <p:sp>
        <p:nvSpPr>
          <p:cNvPr id="4" name="Tekstvak 9">
            <a:extLst>
              <a:ext uri="{FF2B5EF4-FFF2-40B4-BE49-F238E27FC236}">
                <a16:creationId xmlns:a16="http://schemas.microsoft.com/office/drawing/2014/main" id="{0BE9351A-6380-04B5-AFD5-997B8DD4E072}"/>
              </a:ext>
            </a:extLst>
          </p:cNvPr>
          <p:cNvSpPr txBox="1"/>
          <p:nvPr/>
        </p:nvSpPr>
        <p:spPr>
          <a:xfrm>
            <a:off x="513080" y="1310557"/>
            <a:ext cx="1116584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nl-NL" sz="5333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Title</a:t>
            </a: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951E961F-E88F-C37B-7B27-3BF764FAB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48963" y="-104085"/>
            <a:ext cx="5345436" cy="78774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B4A9EC-A7B4-B557-BDBD-BB52541240F6}"/>
              </a:ext>
            </a:extLst>
          </p:cNvPr>
          <p:cNvSpPr/>
          <p:nvPr/>
        </p:nvSpPr>
        <p:spPr>
          <a:xfrm rot="20759204">
            <a:off x="2956075" y="1864522"/>
            <a:ext cx="1620764" cy="779765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609585"/>
            <a:r>
              <a:rPr lang="en-US" sz="4267" dirty="0">
                <a:ln w="0"/>
                <a:solidFill>
                  <a:srgbClr val="4F81B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CQRS!</a:t>
            </a:r>
          </a:p>
        </p:txBody>
      </p:sp>
    </p:spTree>
    <p:extLst>
      <p:ext uri="{BB962C8B-B14F-4D97-AF65-F5344CB8AC3E}">
        <p14:creationId xmlns:p14="http://schemas.microsoft.com/office/powerpoint/2010/main" val="355670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1197</Words>
  <Application>Microsoft Office PowerPoint</Application>
  <PresentationFormat>Widescreen</PresentationFormat>
  <Paragraphs>288</Paragraphs>
  <Slides>41</Slides>
  <Notes>41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Courier New</vt:lpstr>
      <vt:lpstr>Slack-Lato</vt:lpstr>
      <vt:lpstr>Wingdings</vt:lpstr>
      <vt:lpstr>Office Theme</vt:lpstr>
      <vt:lpstr>Office-thema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Auke Haanstra</dc:creator>
  <cp:lastModifiedBy>Auke Haanstra</cp:lastModifiedBy>
  <cp:revision>3</cp:revision>
  <dcterms:created xsi:type="dcterms:W3CDTF">2025-11-05T19:13:51Z</dcterms:created>
  <dcterms:modified xsi:type="dcterms:W3CDTF">2025-11-06T16:52:56Z</dcterms:modified>
</cp:coreProperties>
</file>